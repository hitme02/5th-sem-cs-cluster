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sldSz cx="9144000" cy="6858000" type="screen4x3"/>
  <p:notesSz cx="6858000" cy="9144000"/>
  <p:defaultTextStyle>
    <a:defPPr>
      <a:defRPr lang="en-US"/>
    </a:defPPr>
    <a:lvl1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chemeClr val="accent3">
              <a:lumOff val="44000"/>
              <a:alpha val="0"/>
            </a:schemeClr>
          </a:solidFill>
        </a:fill>
      </a:tcStyle>
    </a:wholeTbl>
    <a:band2H>
      <a:tcTxStyle/>
      <a:tcStyle>
        <a:tcBdr/>
        <a:fill>
          <a:solidFill>
            <a:schemeClr val="accent3">
              <a:lumOff val="44000"/>
            </a:schemeClr>
          </a:solidFill>
        </a:fill>
      </a:tcStyle>
    </a:band2H>
    <a:firstCol>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chemeClr val="accent3">
              <a:lumOff val="44000"/>
              <a:alpha val="0"/>
            </a:schemeClr>
          </a:solidFill>
        </a:fill>
      </a:tcStyle>
    </a:firstCol>
    <a:la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chemeClr val="accent3">
              <a:lumOff val="44000"/>
              <a:alpha val="0"/>
            </a:schemeClr>
          </a:solidFill>
        </a:fill>
      </a:tcStyle>
    </a:lastRow>
    <a:firstRow>
      <a:tcTxStyle b="off" i="off">
        <a:fontRef idx="maj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chemeClr val="accent3">
              <a:lumOff val="44000"/>
              <a:alpha val="0"/>
            </a:schemeClr>
          </a:solidFill>
        </a:fill>
      </a:tcStyle>
    </a:firstRow>
  </a:tblStyle>
  <a:tblStyle styleId="{C7B018BB-80A7-4F77-B60F-C8B233D01FF8}"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E0E4E9"/>
          </a:solidFill>
        </a:fill>
      </a:tcStyle>
    </a:wholeTbl>
    <a:band2H>
      <a:tcTxStyle/>
      <a:tcStyle>
        <a:tcBdr/>
        <a:fill>
          <a:solidFill>
            <a:srgbClr val="F0F2F4"/>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wholeTbl>
    <a:band2H>
      <a:tcTxStyle/>
      <a:tcStyle>
        <a:tcBdr/>
        <a:fill>
          <a:solidFill>
            <a:schemeClr val="accent3">
              <a:lumOff val="44000"/>
            </a:schemeClr>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Row>
  </a:tblStyle>
  <a:tblStyle styleId="{CF821DB8-F4EB-4A41-A1BA-3FCAFE7338EE}"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E6CACA"/>
          </a:solidFill>
        </a:fill>
      </a:tcStyle>
    </a:wholeTbl>
    <a:band2H>
      <a:tcTxStyle/>
      <a:tcStyle>
        <a:tcBdr/>
        <a:fill>
          <a:solidFill>
            <a:srgbClr val="F3E6E6"/>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lumOff val="44000"/>
            </a:schemeClr>
          </a:solidFill>
        </a:fill>
      </a:tcStyle>
    </a:band2H>
    <a:firstCol>
      <a:tcTxStyle b="on" i="off">
        <a:fontRef idx="major">
          <a:schemeClr val="accent3">
            <a:lumOff val="44000"/>
          </a:schemeClr>
        </a:fontRef>
        <a:schemeClr val="accent3">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lumOff val="44000"/>
            </a:schemeClr>
          </a:solidFill>
        </a:fill>
      </a:tcStyle>
    </a:lastRow>
    <a:firstRow>
      <a:tcTxStyle b="on" i="off">
        <a:fontRef idx="major">
          <a:schemeClr val="accent3">
            <a:lumOff val="44000"/>
          </a:schemeClr>
        </a:fontRef>
        <a:schemeClr val="accent3">
          <a:lumOff val="44000"/>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Col>
    <a:la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lastRow>
    <a:firstRow>
      <a:tcTxStyle b="on" i="off">
        <a:fontRef idx="maj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23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Shape 286">
            <a:extLst>
              <a:ext uri="{FF2B5EF4-FFF2-40B4-BE49-F238E27FC236}">
                <a16:creationId xmlns:a16="http://schemas.microsoft.com/office/drawing/2014/main" id="{54EF1960-ECE9-68B4-A23B-6A980AFC8E9C}"/>
              </a:ext>
            </a:extLst>
          </p:cNvPr>
          <p:cNvSpPr>
            <a:spLocks noGrp="1" noRot="1" noChangeAspect="1" noChangeArrowheads="1"/>
          </p:cNvSpPr>
          <p:nvPr>
            <p:ph type="sldImg"/>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5363" name="Shape 287">
            <a:extLst>
              <a:ext uri="{FF2B5EF4-FFF2-40B4-BE49-F238E27FC236}">
                <a16:creationId xmlns:a16="http://schemas.microsoft.com/office/drawing/2014/main" id="{0CB6DB66-6516-C841-6E33-19169EED39C4}"/>
              </a:ext>
            </a:extLst>
          </p:cNvPr>
          <p:cNvSpPr>
            <a:spLocks noGrp="1" noChangeArrowheads="1"/>
          </p:cNvSpPr>
          <p:nvPr>
            <p:ph type="body" sz="quarter" idx="1"/>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en-US" altLang="en-US">
              <a:sym typeface="Arial" panose="020B0604020202020204" pitchFamily="34" charset="0"/>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a:solidFill>
          <a:schemeClr val="tx1"/>
        </a:solidFill>
        <a:latin typeface="+mj-lt"/>
        <a:ea typeface="+mj-ea"/>
        <a:cs typeface="+mj-cs"/>
        <a:sym typeface="Arial" panose="020B0604020202020204" pitchFamily="34" charset="0"/>
      </a:defRPr>
    </a:lvl1pPr>
    <a:lvl2pPr marL="742950" indent="-285750" algn="l" rtl="0" eaLnBrk="0" fontAlgn="base" hangingPunct="0">
      <a:spcBef>
        <a:spcPct val="30000"/>
      </a:spcBef>
      <a:spcAft>
        <a:spcPct val="0"/>
      </a:spcAft>
      <a:defRPr sz="1400">
        <a:solidFill>
          <a:schemeClr val="tx1"/>
        </a:solidFill>
        <a:latin typeface="+mj-lt"/>
        <a:ea typeface="+mj-ea"/>
        <a:cs typeface="+mj-cs"/>
        <a:sym typeface="Arial" panose="020B0604020202020204" pitchFamily="34" charset="0"/>
      </a:defRPr>
    </a:lvl2pPr>
    <a:lvl3pPr marL="1143000" indent="-228600" algn="l" rtl="0" eaLnBrk="0" fontAlgn="base" hangingPunct="0">
      <a:spcBef>
        <a:spcPct val="30000"/>
      </a:spcBef>
      <a:spcAft>
        <a:spcPct val="0"/>
      </a:spcAft>
      <a:defRPr sz="1400">
        <a:solidFill>
          <a:schemeClr val="tx1"/>
        </a:solidFill>
        <a:latin typeface="+mj-lt"/>
        <a:ea typeface="+mj-ea"/>
        <a:cs typeface="+mj-cs"/>
        <a:sym typeface="Arial" panose="020B0604020202020204" pitchFamily="34" charset="0"/>
      </a:defRPr>
    </a:lvl3pPr>
    <a:lvl4pPr marL="1600200" indent="-228600" algn="l" rtl="0" eaLnBrk="0" fontAlgn="base" hangingPunct="0">
      <a:spcBef>
        <a:spcPct val="30000"/>
      </a:spcBef>
      <a:spcAft>
        <a:spcPct val="0"/>
      </a:spcAft>
      <a:defRPr sz="1400">
        <a:solidFill>
          <a:schemeClr val="tx1"/>
        </a:solidFill>
        <a:latin typeface="+mj-lt"/>
        <a:ea typeface="+mj-ea"/>
        <a:cs typeface="+mj-cs"/>
        <a:sym typeface="Arial" panose="020B0604020202020204" pitchFamily="34" charset="0"/>
      </a:defRPr>
    </a:lvl4pPr>
    <a:lvl5pPr marL="2057400" indent="-228600" algn="l" rtl="0" eaLnBrk="0" fontAlgn="base" hangingPunct="0">
      <a:spcBef>
        <a:spcPct val="30000"/>
      </a:spcBef>
      <a:spcAft>
        <a:spcPct val="0"/>
      </a:spcAft>
      <a:defRPr sz="1400">
        <a:solidFill>
          <a:schemeClr val="tx1"/>
        </a:solidFill>
        <a:latin typeface="+mj-lt"/>
        <a:ea typeface="+mj-ea"/>
        <a:cs typeface="+mj-cs"/>
        <a:sym typeface="Arial" panose="020B0604020202020204" pitchFamily="34" charset="0"/>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hape 330">
            <a:extLst>
              <a:ext uri="{FF2B5EF4-FFF2-40B4-BE49-F238E27FC236}">
                <a16:creationId xmlns:a16="http://schemas.microsoft.com/office/drawing/2014/main" id="{CD79A32E-020A-08D2-EE64-C9439ECC917C}"/>
              </a:ext>
            </a:extLst>
          </p:cNvPr>
          <p:cNvSpPr>
            <a:spLocks noGrp="1" noRot="1" noChangeAspect="1" noChangeArrowheads="1" noTextEdit="1"/>
          </p:cNvSpPr>
          <p:nvPr>
            <p:ph type="sldImg"/>
          </p:nvPr>
        </p:nvSpPr>
        <p:spPr/>
      </p:sp>
      <p:sp>
        <p:nvSpPr>
          <p:cNvPr id="27651" name="Shape 331">
            <a:extLst>
              <a:ext uri="{FF2B5EF4-FFF2-40B4-BE49-F238E27FC236}">
                <a16:creationId xmlns:a16="http://schemas.microsoft.com/office/drawing/2014/main" id="{ED501FD8-F349-EC16-53F6-1A3A05A2434A}"/>
              </a:ext>
            </a:extLst>
          </p:cNvPr>
          <p:cNvSpPr>
            <a:spLocks noGrp="1" noChangeArrowheads="1"/>
          </p:cNvSpPr>
          <p:nvPr>
            <p:ph type="body" sz="quarter" idx="1"/>
          </p:nvPr>
        </p:nvSpPr>
        <p:spPr/>
        <p:txBody>
          <a:bodyPr/>
          <a:lstStyle/>
          <a:p>
            <a:pPr marL="457200" indent="-298450" eaLnBrk="1" hangingPunct="1">
              <a:spcBef>
                <a:spcPct val="0"/>
              </a:spcBef>
              <a:buClr>
                <a:srgbClr val="000000"/>
              </a:buClr>
              <a:buSzPts val="1200"/>
              <a:buFont typeface="Arial" panose="020B0604020202020204" pitchFamily="34" charset="0"/>
              <a:buChar char="●"/>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a transaction to transfer funds from one account to another involves making a withdrawal operation from the first account and a deposit operation on the second. If the deposit operation failed, you don’t want the withdrawal operation to happen either.</a:t>
            </a:r>
          </a:p>
          <a:p>
            <a:pPr marL="457200" indent="-298450" eaLnBrk="1" hangingPunct="1">
              <a:spcBef>
                <a:spcPct val="0"/>
              </a:spcBef>
              <a:buClr>
                <a:srgbClr val="000000"/>
              </a:buClr>
              <a:buSzPts val="1200"/>
              <a:buFont typeface="Arial" panose="020B0604020202020204" pitchFamily="34" charset="0"/>
              <a:buChar char="●"/>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a database tracking a checking account may only allow unique check numbers to exist for each transaction</a:t>
            </a:r>
          </a:p>
          <a:p>
            <a:pPr marL="457200" indent="-298450" eaLnBrk="1" hangingPunct="1">
              <a:spcBef>
                <a:spcPct val="0"/>
              </a:spcBef>
              <a:buClr>
                <a:srgbClr val="000000"/>
              </a:buClr>
              <a:buSzPts val="1200"/>
              <a:buFont typeface="Arial" panose="020B0604020202020204" pitchFamily="34" charset="0"/>
              <a:buChar char="●"/>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a teller looking up a balance must be isolated from a concurrent transaction involving a withdrawal from the same account. Only when the withdrawal transaction commits successfully and the teller looks at the balance again will the new balance be reported.</a:t>
            </a:r>
          </a:p>
          <a:p>
            <a:pPr marL="457200" indent="-298450" eaLnBrk="1" hangingPunct="1">
              <a:spcBef>
                <a:spcPct val="0"/>
              </a:spcBef>
              <a:buClr>
                <a:srgbClr val="000000"/>
              </a:buClr>
              <a:buSzPts val="1200"/>
              <a:buFont typeface="Arial" panose="020B0604020202020204" pitchFamily="34" charset="0"/>
              <a:buChar char="●"/>
            </a:pPr>
            <a:r>
              <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rPr>
              <a:t>A system crash or any other failure must not be allowed to lose the results of a transaction or the contents of the database. Durability is often achieved through separate transaction logs that can "re-create" all transactions from some picked point in time (like a backup).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hape 507">
            <a:extLst>
              <a:ext uri="{FF2B5EF4-FFF2-40B4-BE49-F238E27FC236}">
                <a16:creationId xmlns:a16="http://schemas.microsoft.com/office/drawing/2014/main" id="{EAF9BCB9-E57D-B7FE-26BE-D94F861C5FFF}"/>
              </a:ext>
            </a:extLst>
          </p:cNvPr>
          <p:cNvSpPr>
            <a:spLocks noGrp="1" noRot="1" noChangeAspect="1" noChangeArrowheads="1" noTextEdit="1"/>
          </p:cNvSpPr>
          <p:nvPr>
            <p:ph type="sldImg"/>
          </p:nvPr>
        </p:nvSpPr>
        <p:spPr/>
      </p:sp>
      <p:sp>
        <p:nvSpPr>
          <p:cNvPr id="66563" name="Shape 508">
            <a:extLst>
              <a:ext uri="{FF2B5EF4-FFF2-40B4-BE49-F238E27FC236}">
                <a16:creationId xmlns:a16="http://schemas.microsoft.com/office/drawing/2014/main" id="{6125ED64-F4C6-7A29-A0C3-2457C61C776F}"/>
              </a:ext>
            </a:extLst>
          </p:cNvPr>
          <p:cNvSpPr>
            <a:spLocks noGrp="1" noChangeArrowheads="1"/>
          </p:cNvSpPr>
          <p:nvPr>
            <p:ph type="body" sz="quarter" idx="1"/>
          </p:nvPr>
        </p:nvSpPr>
        <p:spPr/>
        <p:txBody>
          <a:bodyPr/>
          <a:lstStyle/>
          <a:p>
            <a:pPr marL="228600" eaLnBrk="1" hangingPunct="1">
              <a:spcBef>
                <a:spcPct val="0"/>
              </a:spcBef>
            </a:pPr>
            <a:r>
              <a:rPr lang="en-US" altLang="en-US" sz="1200">
                <a:solidFill>
                  <a:srgbClr val="222222"/>
                </a:solidFill>
                <a:latin typeface="Lato" panose="020F0502020204030204" pitchFamily="34" charset="0"/>
                <a:cs typeface="Lato" panose="020F0502020204030204" pitchFamily="34" charset="0"/>
                <a:sym typeface="Lato" panose="020F0502020204030204" pitchFamily="34" charset="0"/>
              </a:rPr>
              <a:t>A graph database is a purpose-built database to store and navigate relationships in computing. It stores nodes and relationships instead of tables or documents in a graph structure for semantic queries. The nodes store data entities (users, companies, or any data an organization determines to record). The edges are used to keep the relationship between the entities so that the users can understand it easily. Data is accumulated without limiting it to a pre-defined model, authorizing a very adjustable way of analyzing it and using it.</a:t>
            </a:r>
            <a:endParaRPr lang="en-US" altLang="en-US" sz="1200">
              <a:solidFill>
                <a:srgbClr val="222222"/>
              </a:solidFill>
              <a:latin typeface="Calibri" panose="020F0502020204030204" pitchFamily="34" charset="0"/>
              <a:cs typeface="Calibri" panose="020F0502020204030204" pitchFamily="34" charset="0"/>
              <a:sym typeface="Calibri" panose="020F0502020204030204" pitchFamily="34" charset="0"/>
            </a:endParaRPr>
          </a:p>
          <a:p>
            <a:pPr marL="228600" eaLnBrk="1" hangingPunct="1">
              <a:spcBef>
                <a:spcPct val="0"/>
              </a:spcBef>
            </a:pPr>
            <a:r>
              <a:rPr lang="en-US" altLang="en-US" sz="1200">
                <a:solidFill>
                  <a:srgbClr val="222222"/>
                </a:solidFill>
                <a:latin typeface="Lato" panose="020F0502020204030204" pitchFamily="34" charset="0"/>
                <a:cs typeface="Lato" panose="020F0502020204030204" pitchFamily="34" charset="0"/>
                <a:sym typeface="Lato" panose="020F0502020204030204" pitchFamily="34" charset="0"/>
              </a:rPr>
              <a:t>A node in a graph database can have any number and kind of relationship. In contrast, an edge always has a start node, end node, type, and direction. An edge node can also represent a parent-child relationship, actions, and ownership. Most organizations use graph-based databases to pull precise and in-depth data and solve complex queries regarding their customer and user inputs.</a:t>
            </a:r>
            <a:endParaRPr lang="en-US" altLang="en-US" sz="1200">
              <a:solidFill>
                <a:srgbClr val="222222"/>
              </a:solidFill>
              <a:latin typeface="Calibri" panose="020F0502020204030204" pitchFamily="34" charset="0"/>
              <a:cs typeface="Calibri" panose="020F0502020204030204" pitchFamily="34" charset="0"/>
              <a:sym typeface="Calibri" panose="020F0502020204030204" pitchFamily="34" charset="0"/>
            </a:endParaRPr>
          </a:p>
          <a:p>
            <a:pPr marL="228600" eaLnBrk="1" hangingPunct="1">
              <a:spcBef>
                <a:spcPct val="0"/>
              </a:spcBef>
            </a:pPr>
            <a:endPar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hape 514">
            <a:extLst>
              <a:ext uri="{FF2B5EF4-FFF2-40B4-BE49-F238E27FC236}">
                <a16:creationId xmlns:a16="http://schemas.microsoft.com/office/drawing/2014/main" id="{B6B612E4-68EC-5349-11F7-30BDFE19E3D6}"/>
              </a:ext>
            </a:extLst>
          </p:cNvPr>
          <p:cNvSpPr>
            <a:spLocks noGrp="1" noRot="1" noChangeAspect="1" noChangeArrowheads="1" noTextEdit="1"/>
          </p:cNvSpPr>
          <p:nvPr>
            <p:ph type="sldImg"/>
          </p:nvPr>
        </p:nvSpPr>
        <p:spPr/>
      </p:sp>
      <p:sp>
        <p:nvSpPr>
          <p:cNvPr id="68611" name="Shape 515">
            <a:extLst>
              <a:ext uri="{FF2B5EF4-FFF2-40B4-BE49-F238E27FC236}">
                <a16:creationId xmlns:a16="http://schemas.microsoft.com/office/drawing/2014/main" id="{817AB7E8-9267-D58B-21B4-09312EEEDC9B}"/>
              </a:ext>
            </a:extLst>
          </p:cNvPr>
          <p:cNvSpPr>
            <a:spLocks noGrp="1" noChangeArrowheads="1"/>
          </p:cNvSpPr>
          <p:nvPr>
            <p:ph type="body" sz="quarter" idx="1"/>
          </p:nvPr>
        </p:nvSpPr>
        <p:spPr/>
        <p:txBody>
          <a:bodyPr/>
          <a:lstStyle/>
          <a:p>
            <a:pPr marL="228600" eaLnBrk="1" hangingPunct="1">
              <a:spcBef>
                <a:spcPct val="0"/>
              </a:spcBef>
            </a:pPr>
            <a:r>
              <a:rPr lang="en-US" altLang="en-US" sz="1200">
                <a:solidFill>
                  <a:srgbClr val="222222"/>
                </a:solidFill>
                <a:latin typeface="Lato" panose="020F0502020204030204" pitchFamily="34" charset="0"/>
                <a:cs typeface="Lato" panose="020F0502020204030204" pitchFamily="34" charset="0"/>
                <a:sym typeface="Lato" panose="020F0502020204030204" pitchFamily="34" charset="0"/>
              </a:rPr>
              <a:t>A graph database is a purpose-built database to store and navigate relationships in computing. It stores nodes and relationships instead of tables or documents in a graph structure for semantic queries. The nodes store data entities (users, companies, or any data an organization determines to record). The edges are used to keep the relationship between the entities so that the users can understand it easily. Data is accumulated without limiting it to a pre-defined model, authorizing a very adjustable way of analyzing it and using it.</a:t>
            </a:r>
            <a:endParaRPr lang="en-US" altLang="en-US" sz="1200">
              <a:solidFill>
                <a:srgbClr val="222222"/>
              </a:solidFill>
              <a:latin typeface="Calibri" panose="020F0502020204030204" pitchFamily="34" charset="0"/>
              <a:cs typeface="Calibri" panose="020F0502020204030204" pitchFamily="34" charset="0"/>
              <a:sym typeface="Calibri" panose="020F0502020204030204" pitchFamily="34" charset="0"/>
            </a:endParaRPr>
          </a:p>
          <a:p>
            <a:pPr marL="228600" eaLnBrk="1" hangingPunct="1">
              <a:spcBef>
                <a:spcPct val="0"/>
              </a:spcBef>
            </a:pPr>
            <a:r>
              <a:rPr lang="en-US" altLang="en-US" sz="1200">
                <a:solidFill>
                  <a:srgbClr val="222222"/>
                </a:solidFill>
                <a:latin typeface="Lato" panose="020F0502020204030204" pitchFamily="34" charset="0"/>
                <a:cs typeface="Lato" panose="020F0502020204030204" pitchFamily="34" charset="0"/>
                <a:sym typeface="Lato" panose="020F0502020204030204" pitchFamily="34" charset="0"/>
              </a:rPr>
              <a:t>A node in a graph database can have any number and kind of relationship. In contrast, an edge always has a start node, end node, type, and direction. An edge node can also represent a parent-child relationship, actions, and ownership. Most organizations use graph-based databases to pull precise and in-depth data and solve complex queries regarding their customer and user inputs.</a:t>
            </a:r>
            <a:endParaRPr lang="en-US" altLang="en-US" sz="1200">
              <a:solidFill>
                <a:srgbClr val="222222"/>
              </a:solidFill>
              <a:latin typeface="Calibri" panose="020F0502020204030204" pitchFamily="34" charset="0"/>
              <a:cs typeface="Calibri" panose="020F0502020204030204" pitchFamily="34" charset="0"/>
              <a:sym typeface="Calibri" panose="020F0502020204030204" pitchFamily="34" charset="0"/>
            </a:endParaRPr>
          </a:p>
          <a:p>
            <a:pPr marL="228600" eaLnBrk="1" hangingPunct="1">
              <a:spcBef>
                <a:spcPct val="0"/>
              </a:spcBef>
            </a:pPr>
            <a:endParaRPr lang="en-US" altLang="en-US" sz="1200">
              <a:solidFill>
                <a:srgbClr val="000000"/>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p:spTree>
      <p:nvGrpSpPr>
        <p:cNvPr id="1" name=""/>
        <p:cNvGrpSpPr/>
        <p:nvPr/>
      </p:nvGrpSpPr>
      <p:grpSpPr>
        <a:xfrm>
          <a:off x="0" y="0"/>
          <a:ext cx="0" cy="0"/>
          <a:chOff x="0" y="0"/>
          <a:chExt cx="0" cy="0"/>
        </a:xfrm>
      </p:grpSpPr>
      <p:grpSp>
        <p:nvGrpSpPr>
          <p:cNvPr id="2" name="Google Shape;18;p286">
            <a:extLst>
              <a:ext uri="{FF2B5EF4-FFF2-40B4-BE49-F238E27FC236}">
                <a16:creationId xmlns:a16="http://schemas.microsoft.com/office/drawing/2014/main" id="{9E3E5558-CE16-D7B1-7459-91D062746FEC}"/>
              </a:ext>
            </a:extLst>
          </p:cNvPr>
          <p:cNvGrpSpPr>
            <a:grpSpLocks/>
          </p:cNvGrpSpPr>
          <p:nvPr/>
        </p:nvGrpSpPr>
        <p:grpSpPr bwMode="auto">
          <a:xfrm>
            <a:off x="685800" y="2393950"/>
            <a:ext cx="7772400" cy="109538"/>
            <a:chOff x="0" y="0"/>
            <a:chExt cx="7772400" cy="109537"/>
          </a:xfrm>
        </p:grpSpPr>
        <p:sp>
          <p:nvSpPr>
            <p:cNvPr id="3" name="Rectangle">
              <a:extLst>
                <a:ext uri="{FF2B5EF4-FFF2-40B4-BE49-F238E27FC236}">
                  <a16:creationId xmlns:a16="http://schemas.microsoft.com/office/drawing/2014/main" id="{82EF3F2C-28A3-2336-BD41-64EF52AD56CB}"/>
                </a:ext>
              </a:extLst>
            </p:cNvPr>
            <p:cNvSpPr>
              <a:spLocks noChangeArrowheads="1"/>
            </p:cNvSpPr>
            <p:nvPr/>
          </p:nvSpPr>
          <p:spPr bwMode="auto">
            <a:xfrm>
              <a:off x="-1" y="-1"/>
              <a:ext cx="4803345" cy="109539"/>
            </a:xfrm>
            <a:prstGeom prst="rect">
              <a:avLst/>
            </a:prstGeom>
            <a:solidFill>
              <a:schemeClr val="accent2"/>
            </a:solidFill>
            <a:ln w="9525">
              <a:solidFill>
                <a:schemeClr val="accent2"/>
              </a:solidFill>
              <a:round/>
              <a:headEnd/>
              <a:tailEnd/>
            </a:ln>
          </p:spPr>
          <p:txBody>
            <a:bodyPr lIns="45719" tIns="45719" rIns="45719" bIns="45719"/>
            <a:lstStyle/>
            <a:p>
              <a:pPr eaLnBrk="1"/>
              <a:endParaRPr lang="en-US" altLang="en-US" sz="1800">
                <a:latin typeface="Verdana" panose="020B0604030504040204" pitchFamily="34" charset="0"/>
                <a:sym typeface="Verdana" panose="020B0604030504040204" pitchFamily="34" charset="0"/>
              </a:endParaRPr>
            </a:p>
          </p:txBody>
        </p:sp>
        <p:sp>
          <p:nvSpPr>
            <p:cNvPr id="4" name="Line">
              <a:extLst>
                <a:ext uri="{FF2B5EF4-FFF2-40B4-BE49-F238E27FC236}">
                  <a16:creationId xmlns:a16="http://schemas.microsoft.com/office/drawing/2014/main" id="{A66A0EA8-6DFE-DF59-2320-77B0FB98B3E2}"/>
                </a:ext>
              </a:extLst>
            </p:cNvPr>
            <p:cNvSpPr>
              <a:spLocks noChangeShapeType="1"/>
            </p:cNvSpPr>
            <p:nvPr/>
          </p:nvSpPr>
          <p:spPr bwMode="auto">
            <a:xfrm>
              <a:off x="-1" y="-1"/>
              <a:ext cx="7772401"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45719" tIns="45719" rIns="45719" bIns="45719"/>
            <a:lstStyle/>
            <a:p>
              <a:endParaRPr lang="en-IN"/>
            </a:p>
          </p:txBody>
        </p:sp>
      </p:grpSp>
      <p:sp>
        <p:nvSpPr>
          <p:cNvPr id="18" name="Title Text"/>
          <p:cNvSpPr txBox="1">
            <a:spLocks noGrp="1"/>
          </p:cNvSpPr>
          <p:nvPr>
            <p:ph type="title"/>
          </p:nvPr>
        </p:nvSpPr>
        <p:spPr>
          <a:xfrm>
            <a:off x="685800" y="990600"/>
            <a:ext cx="7772400" cy="1371600"/>
          </a:xfrm>
          <a:prstGeom prst="rect">
            <a:avLst/>
          </a:prstGeom>
        </p:spPr>
        <p:txBody>
          <a:bodyPr/>
          <a:lstStyle>
            <a:lvl1pPr>
              <a:defRPr sz="4000"/>
            </a:lvl1pPr>
          </a:lstStyle>
          <a:p>
            <a:r>
              <a:t>Title Text</a:t>
            </a:r>
          </a:p>
        </p:txBody>
      </p:sp>
      <p:sp>
        <p:nvSpPr>
          <p:cNvPr id="19" name="Body Level One…"/>
          <p:cNvSpPr txBox="1">
            <a:spLocks noGrp="1"/>
          </p:cNvSpPr>
          <p:nvPr>
            <p:ph type="body" sz="quarter" idx="1"/>
          </p:nvPr>
        </p:nvSpPr>
        <p:spPr>
          <a:xfrm>
            <a:off x="1447800" y="3429000"/>
            <a:ext cx="7010400" cy="1600200"/>
          </a:xfrm>
          <a:prstGeom prst="rect">
            <a:avLst/>
          </a:prstGeom>
        </p:spPr>
        <p:txBody>
          <a:bodyPr/>
          <a:lstStyle>
            <a:lvl1pPr marL="419100" indent="-381000">
              <a:spcBef>
                <a:spcPts val="500"/>
              </a:spcBef>
              <a:buClrTx/>
              <a:buSzTx/>
              <a:buFontTx/>
              <a:buNone/>
              <a:defRPr sz="2800"/>
            </a:lvl1pPr>
            <a:lvl2pPr marL="944684" indent="-423984">
              <a:spcBef>
                <a:spcPts val="500"/>
              </a:spcBef>
              <a:buClrTx/>
              <a:buSzPts val="2800"/>
              <a:buFontTx/>
              <a:defRPr sz="2800"/>
            </a:lvl2pPr>
            <a:lvl3pPr marL="1453045" indent="-456095">
              <a:spcBef>
                <a:spcPts val="500"/>
              </a:spcBef>
              <a:buClrTx/>
              <a:buSzPts val="2800"/>
              <a:buFontTx/>
              <a:defRPr sz="2800"/>
            </a:lvl3pPr>
            <a:lvl4pPr marL="1971039" indent="-497839">
              <a:spcBef>
                <a:spcPts val="500"/>
              </a:spcBef>
              <a:buClrTx/>
              <a:buSzPts val="2800"/>
              <a:buFontTx/>
              <a:defRPr sz="2800"/>
            </a:lvl4pPr>
            <a:lvl5pPr marL="2428239" indent="-497839">
              <a:spcBef>
                <a:spcPts val="500"/>
              </a:spcBef>
              <a:buClrTx/>
              <a:buSzPts val="2800"/>
              <a:buFontTx/>
              <a:defRPr sz="2800"/>
            </a:lvl5pPr>
          </a:lstStyle>
          <a:p>
            <a:r>
              <a:t>Body Level One</a:t>
            </a:r>
          </a:p>
          <a:p>
            <a:pPr lvl="1"/>
            <a:r>
              <a:t>Body Level Two</a:t>
            </a:r>
          </a:p>
          <a:p>
            <a:pPr lvl="2"/>
            <a:r>
              <a:t>Body Level Three</a:t>
            </a:r>
          </a:p>
          <a:p>
            <a:pPr lvl="3"/>
            <a:r>
              <a:t>Body Level Four</a:t>
            </a:r>
          </a:p>
          <a:p>
            <a:pPr lvl="4"/>
            <a:r>
              <a:t>Body Level Five</a:t>
            </a:r>
          </a:p>
        </p:txBody>
      </p:sp>
      <p:sp>
        <p:nvSpPr>
          <p:cNvPr id="5" name="Slide Number">
            <a:extLst>
              <a:ext uri="{FF2B5EF4-FFF2-40B4-BE49-F238E27FC236}">
                <a16:creationId xmlns:a16="http://schemas.microsoft.com/office/drawing/2014/main" id="{21CD8469-4CCF-3E03-F22A-E1E1285A92F7}"/>
              </a:ext>
            </a:extLst>
          </p:cNvPr>
          <p:cNvSpPr txBox="1">
            <a:spLocks noGrp="1" noChangeArrowheads="1"/>
          </p:cNvSpPr>
          <p:nvPr>
            <p:ph type="sldNum" sz="quarter" idx="10"/>
          </p:nvPr>
        </p:nvSpPr>
        <p:spPr>
          <a:xfrm>
            <a:off x="8185150" y="6248400"/>
            <a:ext cx="273050" cy="263525"/>
          </a:xfrm>
        </p:spPr>
        <p:txBody>
          <a:bodyPr/>
          <a:lstStyle>
            <a:lvl1pPr>
              <a:defRPr/>
            </a:lvl1pPr>
          </a:lstStyle>
          <a:p>
            <a:fld id="{44BD7C09-02BD-40C5-BDE0-F92073F74E77}" type="slidenum">
              <a:rPr lang="en-US" altLang="en-US"/>
              <a:pPr/>
              <a:t>‹#›</a:t>
            </a:fld>
            <a:endParaRPr lang="en-US" altLang="en-US"/>
          </a:p>
        </p:txBody>
      </p:sp>
    </p:spTree>
    <p:extLst>
      <p:ext uri="{BB962C8B-B14F-4D97-AF65-F5344CB8AC3E}">
        <p14:creationId xmlns:p14="http://schemas.microsoft.com/office/powerpoint/2010/main" val="92427779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7" name="Title Text"/>
          <p:cNvSpPr txBox="1">
            <a:spLocks noGrp="1"/>
          </p:cNvSpPr>
          <p:nvPr>
            <p:ph type="title"/>
          </p:nvPr>
        </p:nvSpPr>
        <p:spPr>
          <a:prstGeom prst="rect">
            <a:avLst/>
          </a:prstGeom>
        </p:spPr>
        <p:txBody>
          <a:bodyPr/>
          <a:lstStyle/>
          <a:p>
            <a:r>
              <a:t>Title Text</a:t>
            </a:r>
          </a:p>
        </p:txBody>
      </p:sp>
      <p:sp>
        <p:nvSpPr>
          <p:cNvPr id="28"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AB6B2191-BE98-A8B4-AE17-9AC1CBB52C1A}"/>
              </a:ext>
            </a:extLst>
          </p:cNvPr>
          <p:cNvSpPr txBox="1">
            <a:spLocks noGrp="1" noChangeArrowheads="1"/>
          </p:cNvSpPr>
          <p:nvPr>
            <p:ph type="sldNum" sz="quarter" idx="10"/>
          </p:nvPr>
        </p:nvSpPr>
        <p:spPr>
          <a:ln/>
        </p:spPr>
        <p:txBody>
          <a:bodyPr/>
          <a:lstStyle>
            <a:lvl1pPr>
              <a:defRPr/>
            </a:lvl1pPr>
          </a:lstStyle>
          <a:p>
            <a:fld id="{E41E8F01-B894-4207-BB9D-200711BC0260}" type="slidenum">
              <a:rPr lang="en-US" altLang="en-US"/>
              <a:pPr/>
              <a:t>‹#›</a:t>
            </a:fld>
            <a:endParaRPr lang="en-US" altLang="en-US"/>
          </a:p>
        </p:txBody>
      </p:sp>
    </p:spTree>
    <p:extLst>
      <p:ext uri="{BB962C8B-B14F-4D97-AF65-F5344CB8AC3E}">
        <p14:creationId xmlns:p14="http://schemas.microsoft.com/office/powerpoint/2010/main" val="138983011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36" name="Title Text"/>
          <p:cNvSpPr txBox="1">
            <a:spLocks noGrp="1"/>
          </p:cNvSpPr>
          <p:nvPr>
            <p:ph type="title"/>
          </p:nvPr>
        </p:nvSpPr>
        <p:spPr>
          <a:xfrm>
            <a:off x="722312" y="4406900"/>
            <a:ext cx="7772401" cy="1362075"/>
          </a:xfrm>
          <a:prstGeom prst="rect">
            <a:avLst/>
          </a:prstGeom>
        </p:spPr>
        <p:txBody>
          <a:bodyPr anchor="t"/>
          <a:lstStyle>
            <a:lvl1pPr>
              <a:defRPr sz="4000" b="1"/>
            </a:lvl1pPr>
          </a:lstStyle>
          <a:p>
            <a:r>
              <a:t>Title Text</a:t>
            </a:r>
          </a:p>
        </p:txBody>
      </p:sp>
      <p:sp>
        <p:nvSpPr>
          <p:cNvPr id="37" name="Body Level One…"/>
          <p:cNvSpPr txBox="1">
            <a:spLocks noGrp="1"/>
          </p:cNvSpPr>
          <p:nvPr>
            <p:ph type="body" sz="quarter" idx="1"/>
          </p:nvPr>
        </p:nvSpPr>
        <p:spPr>
          <a:xfrm>
            <a:off x="722312" y="2906713"/>
            <a:ext cx="7772401" cy="1500188"/>
          </a:xfrm>
          <a:prstGeom prst="rect">
            <a:avLst/>
          </a:prstGeom>
        </p:spPr>
        <p:txBody>
          <a:bodyPr anchor="b"/>
          <a:lstStyle>
            <a:lvl1pPr marL="228600" indent="0">
              <a:spcBef>
                <a:spcPts val="400"/>
              </a:spcBef>
              <a:buClrTx/>
              <a:buSzTx/>
              <a:buFontTx/>
              <a:buNone/>
              <a:defRPr sz="2000"/>
            </a:lvl1pPr>
            <a:lvl2pPr marL="228600" indent="457200">
              <a:spcBef>
                <a:spcPts val="400"/>
              </a:spcBef>
              <a:buClrTx/>
              <a:buSzTx/>
              <a:buFontTx/>
              <a:buNone/>
              <a:defRPr sz="2000"/>
            </a:lvl2pPr>
            <a:lvl3pPr marL="228600" indent="914400">
              <a:spcBef>
                <a:spcPts val="400"/>
              </a:spcBef>
              <a:buClrTx/>
              <a:buSzTx/>
              <a:buFontTx/>
              <a:buNone/>
              <a:defRPr sz="2000"/>
            </a:lvl3pPr>
            <a:lvl4pPr marL="228600" indent="1371600">
              <a:spcBef>
                <a:spcPts val="400"/>
              </a:spcBef>
              <a:buClrTx/>
              <a:buSzTx/>
              <a:buFontTx/>
              <a:buNone/>
              <a:defRPr sz="2000"/>
            </a:lvl4pPr>
            <a:lvl5pPr marL="228600" indent="1828800">
              <a:spcBef>
                <a:spcPts val="400"/>
              </a:spcBef>
              <a:buClrTx/>
              <a:buSzTx/>
              <a:buFontTx/>
              <a:buNone/>
              <a:defRPr sz="2000"/>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ACF2250A-ACD9-5D36-8ED6-F21B7D36E068}"/>
              </a:ext>
            </a:extLst>
          </p:cNvPr>
          <p:cNvSpPr txBox="1">
            <a:spLocks noGrp="1" noChangeArrowheads="1"/>
          </p:cNvSpPr>
          <p:nvPr>
            <p:ph type="sldNum" sz="quarter" idx="10"/>
          </p:nvPr>
        </p:nvSpPr>
        <p:spPr>
          <a:ln/>
        </p:spPr>
        <p:txBody>
          <a:bodyPr/>
          <a:lstStyle>
            <a:lvl1pPr>
              <a:defRPr/>
            </a:lvl1pPr>
          </a:lstStyle>
          <a:p>
            <a:fld id="{DCA6B392-E296-4DC6-ADA1-AABAD0F4743A}" type="slidenum">
              <a:rPr lang="en-US" altLang="en-US"/>
              <a:pPr/>
              <a:t>‹#›</a:t>
            </a:fld>
            <a:endParaRPr lang="en-US" altLang="en-US"/>
          </a:p>
        </p:txBody>
      </p:sp>
    </p:spTree>
    <p:extLst>
      <p:ext uri="{BB962C8B-B14F-4D97-AF65-F5344CB8AC3E}">
        <p14:creationId xmlns:p14="http://schemas.microsoft.com/office/powerpoint/2010/main" val="154621099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_OBJECTS">
    <p:spTree>
      <p:nvGrpSpPr>
        <p:cNvPr id="1" name=""/>
        <p:cNvGrpSpPr/>
        <p:nvPr/>
      </p:nvGrpSpPr>
      <p:grpSpPr>
        <a:xfrm>
          <a:off x="0" y="0"/>
          <a:ext cx="0" cy="0"/>
          <a:chOff x="0" y="0"/>
          <a:chExt cx="0" cy="0"/>
        </a:xfrm>
      </p:grpSpPr>
      <p:sp>
        <p:nvSpPr>
          <p:cNvPr id="45" name="Title Text"/>
          <p:cNvSpPr txBox="1">
            <a:spLocks noGrp="1"/>
          </p:cNvSpPr>
          <p:nvPr>
            <p:ph type="title"/>
          </p:nvPr>
        </p:nvSpPr>
        <p:spPr>
          <a:prstGeom prst="rect">
            <a:avLst/>
          </a:prstGeom>
        </p:spPr>
        <p:txBody>
          <a:bodyPr/>
          <a:lstStyle/>
          <a:p>
            <a:r>
              <a:t>Title Text</a:t>
            </a:r>
          </a:p>
        </p:txBody>
      </p:sp>
      <p:sp>
        <p:nvSpPr>
          <p:cNvPr id="46" name="Body Level One…"/>
          <p:cNvSpPr txBox="1">
            <a:spLocks noGrp="1"/>
          </p:cNvSpPr>
          <p:nvPr>
            <p:ph type="body" sz="half" idx="1"/>
          </p:nvPr>
        </p:nvSpPr>
        <p:spPr>
          <a:xfrm>
            <a:off x="566737" y="1752600"/>
            <a:ext cx="3924301" cy="4267200"/>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9" indent="-497839">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r>
              <a:t>Body Level One</a:t>
            </a:r>
          </a:p>
          <a:p>
            <a:pPr lvl="1"/>
            <a:r>
              <a:t>Body Level Two</a:t>
            </a:r>
          </a:p>
          <a:p>
            <a:pPr lvl="2"/>
            <a:r>
              <a:t>Body Level Three</a:t>
            </a:r>
          </a:p>
          <a:p>
            <a:pPr lvl="3"/>
            <a:r>
              <a:t>Body Level Four</a:t>
            </a:r>
          </a:p>
          <a:p>
            <a:pPr lvl="4"/>
            <a:r>
              <a:t>Body Level Five</a:t>
            </a:r>
          </a:p>
        </p:txBody>
      </p:sp>
      <p:sp>
        <p:nvSpPr>
          <p:cNvPr id="47" name="Google Shape;39;p289"/>
          <p:cNvSpPr txBox="1">
            <a:spLocks noGrp="1"/>
          </p:cNvSpPr>
          <p:nvPr>
            <p:ph type="body" sz="half" idx="21"/>
          </p:nvPr>
        </p:nvSpPr>
        <p:spPr>
          <a:xfrm>
            <a:off x="4643437" y="1752600"/>
            <a:ext cx="3924301" cy="4267200"/>
          </a:xfrm>
          <a:prstGeom prst="rect">
            <a:avLst/>
          </a:prstGeom>
        </p:spPr>
        <p:txBody>
          <a:bodyPr/>
          <a:lstStyle/>
          <a:p>
            <a:endParaRPr/>
          </a:p>
        </p:txBody>
      </p:sp>
      <p:sp>
        <p:nvSpPr>
          <p:cNvPr id="2" name="Slide Number">
            <a:extLst>
              <a:ext uri="{FF2B5EF4-FFF2-40B4-BE49-F238E27FC236}">
                <a16:creationId xmlns:a16="http://schemas.microsoft.com/office/drawing/2014/main" id="{DF7B7C0B-7AFD-A736-CEF0-5165CB3F86A5}"/>
              </a:ext>
            </a:extLst>
          </p:cNvPr>
          <p:cNvSpPr txBox="1">
            <a:spLocks noGrp="1" noChangeArrowheads="1"/>
          </p:cNvSpPr>
          <p:nvPr>
            <p:ph type="sldNum" sz="quarter" idx="22"/>
          </p:nvPr>
        </p:nvSpPr>
        <p:spPr>
          <a:ln/>
        </p:spPr>
        <p:txBody>
          <a:bodyPr/>
          <a:lstStyle>
            <a:lvl1pPr>
              <a:defRPr/>
            </a:lvl1pPr>
          </a:lstStyle>
          <a:p>
            <a:fld id="{0CA17701-510E-46D3-A322-FD5C23A92F88}" type="slidenum">
              <a:rPr lang="en-US" altLang="en-US"/>
              <a:pPr/>
              <a:t>‹#›</a:t>
            </a:fld>
            <a:endParaRPr lang="en-US" altLang="en-US"/>
          </a:p>
        </p:txBody>
      </p:sp>
    </p:spTree>
    <p:extLst>
      <p:ext uri="{BB962C8B-B14F-4D97-AF65-F5344CB8AC3E}">
        <p14:creationId xmlns:p14="http://schemas.microsoft.com/office/powerpoint/2010/main" val="3523078866"/>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56" name="Body Level One…"/>
          <p:cNvSpPr txBox="1">
            <a:spLocks noGrp="1"/>
          </p:cNvSpPr>
          <p:nvPr>
            <p:ph type="body" sz="quarter" idx="1"/>
          </p:nvPr>
        </p:nvSpPr>
        <p:spPr>
          <a:xfrm>
            <a:off x="457200" y="1535112"/>
            <a:ext cx="4040188" cy="639763"/>
          </a:xfrm>
          <a:prstGeom prst="rect">
            <a:avLst/>
          </a:prstGeom>
        </p:spPr>
        <p:txBody>
          <a:bodyPr anchor="b"/>
          <a:lstStyle>
            <a:lvl1pPr marL="228600" indent="0">
              <a:spcBef>
                <a:spcPts val="400"/>
              </a:spcBef>
              <a:buClrTx/>
              <a:buSzTx/>
              <a:buFontTx/>
              <a:buNone/>
              <a:defRPr sz="2400" b="1"/>
            </a:lvl1pPr>
            <a:lvl2pPr marL="228600" indent="457200">
              <a:spcBef>
                <a:spcPts val="400"/>
              </a:spcBef>
              <a:buClrTx/>
              <a:buSzTx/>
              <a:buFontTx/>
              <a:buNone/>
              <a:defRPr sz="2400" b="1"/>
            </a:lvl2pPr>
            <a:lvl3pPr marL="228600" indent="914400">
              <a:spcBef>
                <a:spcPts val="400"/>
              </a:spcBef>
              <a:buClrTx/>
              <a:buSzTx/>
              <a:buFontTx/>
              <a:buNone/>
              <a:defRPr sz="2400" b="1"/>
            </a:lvl3pPr>
            <a:lvl4pPr marL="228600" indent="1371600">
              <a:spcBef>
                <a:spcPts val="400"/>
              </a:spcBef>
              <a:buClrTx/>
              <a:buSzTx/>
              <a:buFontTx/>
              <a:buNone/>
              <a:defRPr sz="2400" b="1"/>
            </a:lvl4pPr>
            <a:lvl5pPr marL="228600" indent="1828800">
              <a:spcBef>
                <a:spcPts val="400"/>
              </a:spcBef>
              <a:buClrTx/>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7" name="Google Shape;46;p290"/>
          <p:cNvSpPr txBox="1">
            <a:spLocks noGrp="1"/>
          </p:cNvSpPr>
          <p:nvPr>
            <p:ph type="body" sz="half" idx="21"/>
          </p:nvPr>
        </p:nvSpPr>
        <p:spPr>
          <a:xfrm>
            <a:off x="457200" y="2174875"/>
            <a:ext cx="4040188" cy="3951288"/>
          </a:xfrm>
          <a:prstGeom prst="rect">
            <a:avLst/>
          </a:prstGeom>
        </p:spPr>
        <p:txBody>
          <a:bodyPr/>
          <a:lstStyle/>
          <a:p>
            <a:endParaRPr/>
          </a:p>
        </p:txBody>
      </p:sp>
      <p:sp>
        <p:nvSpPr>
          <p:cNvPr id="58" name="Google Shape;47;p290"/>
          <p:cNvSpPr txBox="1">
            <a:spLocks noGrp="1"/>
          </p:cNvSpPr>
          <p:nvPr>
            <p:ph type="body" sz="quarter" idx="22"/>
          </p:nvPr>
        </p:nvSpPr>
        <p:spPr>
          <a:xfrm>
            <a:off x="4645025" y="1535112"/>
            <a:ext cx="4041775" cy="639763"/>
          </a:xfrm>
          <a:prstGeom prst="rect">
            <a:avLst/>
          </a:prstGeom>
        </p:spPr>
        <p:txBody>
          <a:bodyPr anchor="b"/>
          <a:lstStyle/>
          <a:p>
            <a:endParaRPr/>
          </a:p>
        </p:txBody>
      </p:sp>
      <p:sp>
        <p:nvSpPr>
          <p:cNvPr id="59" name="Google Shape;48;p290"/>
          <p:cNvSpPr txBox="1">
            <a:spLocks noGrp="1"/>
          </p:cNvSpPr>
          <p:nvPr>
            <p:ph type="body" sz="half" idx="23"/>
          </p:nvPr>
        </p:nvSpPr>
        <p:spPr>
          <a:xfrm>
            <a:off x="4645025" y="2174875"/>
            <a:ext cx="4041775" cy="3951288"/>
          </a:xfrm>
          <a:prstGeom prst="rect">
            <a:avLst/>
          </a:prstGeom>
        </p:spPr>
        <p:txBody>
          <a:bodyPr/>
          <a:lstStyle/>
          <a:p>
            <a:endParaRPr/>
          </a:p>
        </p:txBody>
      </p:sp>
      <p:sp>
        <p:nvSpPr>
          <p:cNvPr id="2" name="Slide Number">
            <a:extLst>
              <a:ext uri="{FF2B5EF4-FFF2-40B4-BE49-F238E27FC236}">
                <a16:creationId xmlns:a16="http://schemas.microsoft.com/office/drawing/2014/main" id="{5D5F0F52-FC09-72A4-11E2-8A5094F6CABF}"/>
              </a:ext>
            </a:extLst>
          </p:cNvPr>
          <p:cNvSpPr txBox="1">
            <a:spLocks noGrp="1" noChangeArrowheads="1"/>
          </p:cNvSpPr>
          <p:nvPr>
            <p:ph type="sldNum" sz="quarter" idx="24"/>
          </p:nvPr>
        </p:nvSpPr>
        <p:spPr>
          <a:ln/>
        </p:spPr>
        <p:txBody>
          <a:bodyPr/>
          <a:lstStyle>
            <a:lvl1pPr>
              <a:defRPr/>
            </a:lvl1pPr>
          </a:lstStyle>
          <a:p>
            <a:fld id="{0A01C1AC-8D86-422B-AFCE-05C18FE4331F}" type="slidenum">
              <a:rPr lang="en-US" altLang="en-US"/>
              <a:pPr/>
              <a:t>‹#›</a:t>
            </a:fld>
            <a:endParaRPr lang="en-US" altLang="en-US"/>
          </a:p>
        </p:txBody>
      </p:sp>
    </p:spTree>
    <p:extLst>
      <p:ext uri="{BB962C8B-B14F-4D97-AF65-F5344CB8AC3E}">
        <p14:creationId xmlns:p14="http://schemas.microsoft.com/office/powerpoint/2010/main" val="13355801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67" name="Title Text"/>
          <p:cNvSpPr txBox="1">
            <a:spLocks noGrp="1"/>
          </p:cNvSpPr>
          <p:nvPr>
            <p:ph type="title"/>
          </p:nvPr>
        </p:nvSpPr>
        <p:spPr>
          <a:prstGeom prst="rect">
            <a:avLst/>
          </a:prstGeom>
        </p:spPr>
        <p:txBody>
          <a:bodyPr/>
          <a:lstStyle/>
          <a:p>
            <a:r>
              <a:t>Title Text</a:t>
            </a:r>
          </a:p>
        </p:txBody>
      </p:sp>
      <p:sp>
        <p:nvSpPr>
          <p:cNvPr id="2" name="Slide Number">
            <a:extLst>
              <a:ext uri="{FF2B5EF4-FFF2-40B4-BE49-F238E27FC236}">
                <a16:creationId xmlns:a16="http://schemas.microsoft.com/office/drawing/2014/main" id="{2D117692-08CF-4292-F461-4B09E780EF9F}"/>
              </a:ext>
            </a:extLst>
          </p:cNvPr>
          <p:cNvSpPr txBox="1">
            <a:spLocks noGrp="1" noChangeArrowheads="1"/>
          </p:cNvSpPr>
          <p:nvPr>
            <p:ph type="sldNum" sz="quarter" idx="10"/>
          </p:nvPr>
        </p:nvSpPr>
        <p:spPr>
          <a:ln/>
        </p:spPr>
        <p:txBody>
          <a:bodyPr/>
          <a:lstStyle>
            <a:lvl1pPr>
              <a:defRPr/>
            </a:lvl1pPr>
          </a:lstStyle>
          <a:p>
            <a:fld id="{87A3E275-AE2C-4B53-938E-AD2C9DA3C3AF}" type="slidenum">
              <a:rPr lang="en-US" altLang="en-US"/>
              <a:pPr/>
              <a:t>‹#›</a:t>
            </a:fld>
            <a:endParaRPr lang="en-US" altLang="en-US"/>
          </a:p>
        </p:txBody>
      </p:sp>
    </p:spTree>
    <p:extLst>
      <p:ext uri="{BB962C8B-B14F-4D97-AF65-F5344CB8AC3E}">
        <p14:creationId xmlns:p14="http://schemas.microsoft.com/office/powerpoint/2010/main" val="831654887"/>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A6D25FD-9857-E3D0-5D77-59B61D8D6328}"/>
              </a:ext>
            </a:extLst>
          </p:cNvPr>
          <p:cNvSpPr txBox="1">
            <a:spLocks noGrp="1" noChangeArrowheads="1"/>
          </p:cNvSpPr>
          <p:nvPr>
            <p:ph type="sldNum" sz="quarter" idx="10"/>
          </p:nvPr>
        </p:nvSpPr>
        <p:spPr>
          <a:ln/>
        </p:spPr>
        <p:txBody>
          <a:bodyPr/>
          <a:lstStyle>
            <a:lvl1pPr>
              <a:defRPr/>
            </a:lvl1pPr>
          </a:lstStyle>
          <a:p>
            <a:fld id="{1A455650-63FA-44D9-9B80-20BD353C5948}" type="slidenum">
              <a:rPr lang="en-US" altLang="en-US"/>
              <a:pPr/>
              <a:t>‹#›</a:t>
            </a:fld>
            <a:endParaRPr lang="en-US" altLang="en-US"/>
          </a:p>
        </p:txBody>
      </p:sp>
    </p:spTree>
    <p:extLst>
      <p:ext uri="{BB962C8B-B14F-4D97-AF65-F5344CB8AC3E}">
        <p14:creationId xmlns:p14="http://schemas.microsoft.com/office/powerpoint/2010/main" val="161121080"/>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82" name="Title Text"/>
          <p:cNvSpPr txBox="1">
            <a:spLocks noGrp="1"/>
          </p:cNvSpPr>
          <p:nvPr>
            <p:ph type="title"/>
          </p:nvPr>
        </p:nvSpPr>
        <p:spPr>
          <a:xfrm>
            <a:off x="457200" y="273050"/>
            <a:ext cx="3008314" cy="1162050"/>
          </a:xfrm>
          <a:prstGeom prst="rect">
            <a:avLst/>
          </a:prstGeom>
        </p:spPr>
        <p:txBody>
          <a:bodyPr/>
          <a:lstStyle>
            <a:lvl1pPr>
              <a:defRPr sz="2000" b="1"/>
            </a:lvl1pPr>
          </a:lstStyle>
          <a:p>
            <a:r>
              <a:t>Title Text</a:t>
            </a:r>
          </a:p>
        </p:txBody>
      </p:sp>
      <p:sp>
        <p:nvSpPr>
          <p:cNvPr id="83" name="Body Level One…"/>
          <p:cNvSpPr txBox="1">
            <a:spLocks noGrp="1"/>
          </p:cNvSpPr>
          <p:nvPr>
            <p:ph type="body" idx="1"/>
          </p:nvPr>
        </p:nvSpPr>
        <p:spPr>
          <a:xfrm>
            <a:off x="3575050" y="273050"/>
            <a:ext cx="5111750" cy="5853113"/>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r>
              <a:t>Body Level One</a:t>
            </a:r>
          </a:p>
          <a:p>
            <a:pPr lvl="1"/>
            <a:r>
              <a:t>Body Level Two</a:t>
            </a:r>
          </a:p>
          <a:p>
            <a:pPr lvl="2"/>
            <a:r>
              <a:t>Body Level Three</a:t>
            </a:r>
          </a:p>
          <a:p>
            <a:pPr lvl="3"/>
            <a:r>
              <a:t>Body Level Four</a:t>
            </a:r>
          </a:p>
          <a:p>
            <a:pPr lvl="4"/>
            <a:r>
              <a:t>Body Level Five</a:t>
            </a:r>
          </a:p>
        </p:txBody>
      </p:sp>
      <p:sp>
        <p:nvSpPr>
          <p:cNvPr id="84" name="Google Shape;64;p293"/>
          <p:cNvSpPr txBox="1">
            <a:spLocks noGrp="1"/>
          </p:cNvSpPr>
          <p:nvPr>
            <p:ph type="body" sz="half" idx="21"/>
          </p:nvPr>
        </p:nvSpPr>
        <p:spPr>
          <a:xfrm>
            <a:off x="457199" y="1435100"/>
            <a:ext cx="3008315" cy="4691063"/>
          </a:xfrm>
          <a:prstGeom prst="rect">
            <a:avLst/>
          </a:prstGeom>
        </p:spPr>
        <p:txBody>
          <a:bodyPr/>
          <a:lstStyle/>
          <a:p>
            <a:endParaRPr/>
          </a:p>
        </p:txBody>
      </p:sp>
      <p:sp>
        <p:nvSpPr>
          <p:cNvPr id="2" name="Slide Number">
            <a:extLst>
              <a:ext uri="{FF2B5EF4-FFF2-40B4-BE49-F238E27FC236}">
                <a16:creationId xmlns:a16="http://schemas.microsoft.com/office/drawing/2014/main" id="{2DFFAB1B-1A5F-6D94-0306-1EEEA7637C82}"/>
              </a:ext>
            </a:extLst>
          </p:cNvPr>
          <p:cNvSpPr txBox="1">
            <a:spLocks noGrp="1" noChangeArrowheads="1"/>
          </p:cNvSpPr>
          <p:nvPr>
            <p:ph type="sldNum" sz="quarter" idx="22"/>
          </p:nvPr>
        </p:nvSpPr>
        <p:spPr>
          <a:ln/>
        </p:spPr>
        <p:txBody>
          <a:bodyPr/>
          <a:lstStyle>
            <a:lvl1pPr>
              <a:defRPr/>
            </a:lvl1pPr>
          </a:lstStyle>
          <a:p>
            <a:fld id="{ECB6A610-9F62-43FF-8B15-B78263279405}" type="slidenum">
              <a:rPr lang="en-US" altLang="en-US"/>
              <a:pPr/>
              <a:t>‹#›</a:t>
            </a:fld>
            <a:endParaRPr lang="en-US" altLang="en-US"/>
          </a:p>
        </p:txBody>
      </p:sp>
    </p:spTree>
    <p:extLst>
      <p:ext uri="{BB962C8B-B14F-4D97-AF65-F5344CB8AC3E}">
        <p14:creationId xmlns:p14="http://schemas.microsoft.com/office/powerpoint/2010/main" val="189575848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92" name="Title Text"/>
          <p:cNvSpPr txBox="1">
            <a:spLocks noGrp="1"/>
          </p:cNvSpPr>
          <p:nvPr>
            <p:ph type="title"/>
          </p:nvPr>
        </p:nvSpPr>
        <p:spPr>
          <a:xfrm>
            <a:off x="1792288" y="4800600"/>
            <a:ext cx="5486401" cy="566738"/>
          </a:xfrm>
          <a:prstGeom prst="rect">
            <a:avLst/>
          </a:prstGeom>
        </p:spPr>
        <p:txBody>
          <a:bodyPr/>
          <a:lstStyle>
            <a:lvl1pPr>
              <a:defRPr sz="2000" b="1"/>
            </a:lvl1pPr>
          </a:lstStyle>
          <a:p>
            <a:r>
              <a:t>Title Text</a:t>
            </a:r>
          </a:p>
        </p:txBody>
      </p:sp>
      <p:sp>
        <p:nvSpPr>
          <p:cNvPr id="93" name="Google Shape;70;p294"/>
          <p:cNvSpPr>
            <a:spLocks noGrp="1"/>
          </p:cNvSpPr>
          <p:nvPr>
            <p:ph type="pic" sz="half" idx="21"/>
          </p:nvPr>
        </p:nvSpPr>
        <p:spPr>
          <a:xfrm>
            <a:off x="1792288" y="612775"/>
            <a:ext cx="5486401" cy="4114800"/>
          </a:xfrm>
          <a:prstGeom prst="rect">
            <a:avLst/>
          </a:prstGeom>
        </p:spPr>
        <p:txBody>
          <a:bodyPr lIns="91439" tIns="45719" rIns="91439" bIns="45719">
            <a:noAutofit/>
          </a:bodyPr>
          <a:lstStyle/>
          <a:p>
            <a:pPr lvl="0"/>
            <a:endParaRPr noProof="0">
              <a:sym typeface="Verdana"/>
            </a:endParaRPr>
          </a:p>
        </p:txBody>
      </p:sp>
      <p:sp>
        <p:nvSpPr>
          <p:cNvPr id="94" name="Body Level One…"/>
          <p:cNvSpPr txBox="1">
            <a:spLocks noGrp="1"/>
          </p:cNvSpPr>
          <p:nvPr>
            <p:ph type="body" sz="quarter" idx="1"/>
          </p:nvPr>
        </p:nvSpPr>
        <p:spPr>
          <a:xfrm>
            <a:off x="1792288" y="5367337"/>
            <a:ext cx="5486401" cy="804863"/>
          </a:xfrm>
          <a:prstGeom prst="rect">
            <a:avLst/>
          </a:prstGeom>
        </p:spPr>
        <p:txBody>
          <a:bodyPr/>
          <a:lstStyle>
            <a:lvl1pPr marL="228600" indent="0">
              <a:spcBef>
                <a:spcPts val="200"/>
              </a:spcBef>
              <a:buClrTx/>
              <a:buSzTx/>
              <a:buFontTx/>
              <a:buNone/>
              <a:defRPr sz="1400"/>
            </a:lvl1pPr>
            <a:lvl2pPr marL="228600" indent="457200">
              <a:spcBef>
                <a:spcPts val="200"/>
              </a:spcBef>
              <a:buClrTx/>
              <a:buSzTx/>
              <a:buFontTx/>
              <a:buNone/>
              <a:defRPr sz="1400"/>
            </a:lvl2pPr>
            <a:lvl3pPr marL="228600" indent="914400">
              <a:spcBef>
                <a:spcPts val="200"/>
              </a:spcBef>
              <a:buClrTx/>
              <a:buSzTx/>
              <a:buFontTx/>
              <a:buNone/>
              <a:defRPr sz="1400"/>
            </a:lvl3pPr>
            <a:lvl4pPr marL="228600" indent="1371600">
              <a:spcBef>
                <a:spcPts val="200"/>
              </a:spcBef>
              <a:buClrTx/>
              <a:buSzTx/>
              <a:buFontTx/>
              <a:buNone/>
              <a:defRPr sz="1400"/>
            </a:lvl4pPr>
            <a:lvl5pPr marL="228600" indent="1828800">
              <a:spcBef>
                <a:spcPts val="200"/>
              </a:spcBef>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E1D32254-F75A-7EC4-2DF5-88BCAC5CD699}"/>
              </a:ext>
            </a:extLst>
          </p:cNvPr>
          <p:cNvSpPr txBox="1">
            <a:spLocks noGrp="1" noChangeArrowheads="1"/>
          </p:cNvSpPr>
          <p:nvPr>
            <p:ph type="sldNum" sz="quarter" idx="22"/>
          </p:nvPr>
        </p:nvSpPr>
        <p:spPr>
          <a:ln/>
        </p:spPr>
        <p:txBody>
          <a:bodyPr/>
          <a:lstStyle>
            <a:lvl1pPr>
              <a:defRPr/>
            </a:lvl1pPr>
          </a:lstStyle>
          <a:p>
            <a:fld id="{BA66F186-94FF-46FD-B78C-F4F299D6F7C7}" type="slidenum">
              <a:rPr lang="en-US" altLang="en-US"/>
              <a:pPr/>
              <a:t>‹#›</a:t>
            </a:fld>
            <a:endParaRPr lang="en-US" altLang="en-US"/>
          </a:p>
        </p:txBody>
      </p:sp>
    </p:spTree>
    <p:extLst>
      <p:ext uri="{BB962C8B-B14F-4D97-AF65-F5344CB8AC3E}">
        <p14:creationId xmlns:p14="http://schemas.microsoft.com/office/powerpoint/2010/main" val="238670658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102" name="Title Text"/>
          <p:cNvSpPr txBox="1">
            <a:spLocks noGrp="1"/>
          </p:cNvSpPr>
          <p:nvPr>
            <p:ph type="title"/>
          </p:nvPr>
        </p:nvSpPr>
        <p:spPr>
          <a:prstGeom prst="rect">
            <a:avLst/>
          </a:prstGeom>
        </p:spPr>
        <p:txBody>
          <a:bodyPr/>
          <a:lstStyle/>
          <a:p>
            <a:r>
              <a:t>Title Text</a:t>
            </a:r>
          </a:p>
        </p:txBody>
      </p:sp>
      <p:sp>
        <p:nvSpPr>
          <p:cNvPr id="103" name="Body Level One…"/>
          <p:cNvSpPr txBox="1">
            <a:spLocks noGrp="1"/>
          </p:cNvSpPr>
          <p:nvPr>
            <p:ph type="body" idx="1"/>
          </p:nvPr>
        </p:nvSpPr>
        <p:spPr>
          <a:xfrm rot="5400000">
            <a:off x="2052638" y="-266700"/>
            <a:ext cx="5029201" cy="80010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F169F7C2-1491-C393-A46C-67CF44ECE691}"/>
              </a:ext>
            </a:extLst>
          </p:cNvPr>
          <p:cNvSpPr txBox="1">
            <a:spLocks noGrp="1" noChangeArrowheads="1"/>
          </p:cNvSpPr>
          <p:nvPr>
            <p:ph type="sldNum" sz="quarter" idx="10"/>
          </p:nvPr>
        </p:nvSpPr>
        <p:spPr>
          <a:ln/>
        </p:spPr>
        <p:txBody>
          <a:bodyPr/>
          <a:lstStyle>
            <a:lvl1pPr>
              <a:defRPr/>
            </a:lvl1pPr>
          </a:lstStyle>
          <a:p>
            <a:fld id="{B6BAAE3D-C5EE-4F3A-8908-F49E5DCBC0A1}" type="slidenum">
              <a:rPr lang="en-US" altLang="en-US"/>
              <a:pPr/>
              <a:t>‹#›</a:t>
            </a:fld>
            <a:endParaRPr lang="en-US" altLang="en-US"/>
          </a:p>
        </p:txBody>
      </p:sp>
    </p:spTree>
    <p:extLst>
      <p:ext uri="{BB962C8B-B14F-4D97-AF65-F5344CB8AC3E}">
        <p14:creationId xmlns:p14="http://schemas.microsoft.com/office/powerpoint/2010/main" val="305553756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111" name="Title Text"/>
          <p:cNvSpPr txBox="1">
            <a:spLocks noGrp="1"/>
          </p:cNvSpPr>
          <p:nvPr>
            <p:ph type="title"/>
          </p:nvPr>
        </p:nvSpPr>
        <p:spPr>
          <a:xfrm rot="5400000">
            <a:off x="4717257" y="2161382"/>
            <a:ext cx="5715001" cy="2001837"/>
          </a:xfrm>
          <a:prstGeom prst="rect">
            <a:avLst/>
          </a:prstGeom>
        </p:spPr>
        <p:txBody>
          <a:bodyPr/>
          <a:lstStyle/>
          <a:p>
            <a:r>
              <a:t>Title Text</a:t>
            </a:r>
          </a:p>
        </p:txBody>
      </p:sp>
      <p:sp>
        <p:nvSpPr>
          <p:cNvPr id="112" name="Body Level One…"/>
          <p:cNvSpPr txBox="1">
            <a:spLocks noGrp="1"/>
          </p:cNvSpPr>
          <p:nvPr>
            <p:ph type="body" idx="1"/>
          </p:nvPr>
        </p:nvSpPr>
        <p:spPr>
          <a:xfrm rot="5400000">
            <a:off x="636587" y="234950"/>
            <a:ext cx="5715001" cy="58547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3CF03426-6E46-C8B1-44B0-179A8A3E481E}"/>
              </a:ext>
            </a:extLst>
          </p:cNvPr>
          <p:cNvSpPr txBox="1">
            <a:spLocks noGrp="1" noChangeArrowheads="1"/>
          </p:cNvSpPr>
          <p:nvPr>
            <p:ph type="sldNum" sz="quarter" idx="10"/>
          </p:nvPr>
        </p:nvSpPr>
        <p:spPr>
          <a:ln/>
        </p:spPr>
        <p:txBody>
          <a:bodyPr/>
          <a:lstStyle>
            <a:lvl1pPr>
              <a:defRPr/>
            </a:lvl1pPr>
          </a:lstStyle>
          <a:p>
            <a:fld id="{5A0E4A5C-6C20-48F1-AFC3-6A0441E25863}" type="slidenum">
              <a:rPr lang="en-US" altLang="en-US"/>
              <a:pPr/>
              <a:t>‹#›</a:t>
            </a:fld>
            <a:endParaRPr lang="en-US" altLang="en-US"/>
          </a:p>
        </p:txBody>
      </p:sp>
    </p:spTree>
    <p:extLst>
      <p:ext uri="{BB962C8B-B14F-4D97-AF65-F5344CB8AC3E}">
        <p14:creationId xmlns:p14="http://schemas.microsoft.com/office/powerpoint/2010/main" val="3618316428"/>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120" name="Title Text"/>
          <p:cNvSpPr txBox="1">
            <a:spLocks noGrp="1"/>
          </p:cNvSpPr>
          <p:nvPr>
            <p:ph type="title"/>
          </p:nvPr>
        </p:nvSpPr>
        <p:spPr>
          <a:xfrm>
            <a:off x="685800" y="2130425"/>
            <a:ext cx="7772400" cy="1470025"/>
          </a:xfrm>
          <a:prstGeom prst="rect">
            <a:avLst/>
          </a:prstGeom>
        </p:spPr>
        <p:txBody>
          <a:bodyPr/>
          <a:lstStyle/>
          <a:p>
            <a:r>
              <a:t>Title Text</a:t>
            </a:r>
          </a:p>
        </p:txBody>
      </p:sp>
      <p:sp>
        <p:nvSpPr>
          <p:cNvPr id="121" name="Body Level One…"/>
          <p:cNvSpPr txBox="1">
            <a:spLocks noGrp="1"/>
          </p:cNvSpPr>
          <p:nvPr>
            <p:ph type="body" sz="quarter" idx="1"/>
          </p:nvPr>
        </p:nvSpPr>
        <p:spPr>
          <a:xfrm>
            <a:off x="1371600" y="3886200"/>
            <a:ext cx="6400800" cy="1752600"/>
          </a:xfrm>
          <a:prstGeom prst="rect">
            <a:avLst/>
          </a:prstGeom>
        </p:spPr>
        <p:txBody>
          <a:bodyPr/>
          <a:lstStyle>
            <a:lvl1pPr marL="419100" indent="-381000" algn="ctr">
              <a:spcBef>
                <a:spcPts val="600"/>
              </a:spcBef>
              <a:buClrTx/>
              <a:buSzTx/>
              <a:buFontTx/>
              <a:buNone/>
            </a:lvl1pPr>
            <a:lvl2pPr marL="419100" indent="101600" algn="ctr">
              <a:spcBef>
                <a:spcPts val="600"/>
              </a:spcBef>
              <a:buClrTx/>
              <a:buSzTx/>
              <a:buFontTx/>
              <a:buNone/>
            </a:lvl2pPr>
            <a:lvl3pPr marL="419100" indent="577850" algn="ctr">
              <a:spcBef>
                <a:spcPts val="600"/>
              </a:spcBef>
              <a:buClrTx/>
              <a:buSzTx/>
              <a:buFontTx/>
              <a:buNone/>
            </a:lvl3pPr>
            <a:lvl4pPr marL="419100" indent="1054100" algn="ctr">
              <a:spcBef>
                <a:spcPts val="600"/>
              </a:spcBef>
              <a:buClrTx/>
              <a:buSzTx/>
              <a:buFontTx/>
              <a:buNone/>
            </a:lvl4pPr>
            <a:lvl5pPr marL="419100" indent="1511300" algn="ctr">
              <a:spcBef>
                <a:spcPts val="600"/>
              </a:spcBef>
              <a:buClrTx/>
              <a:buSzTx/>
              <a:buFontTx/>
              <a:buNone/>
            </a:lvl5p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DC2D9E2F-1C94-D482-657B-E13F1DB4A709}"/>
              </a:ext>
            </a:extLst>
          </p:cNvPr>
          <p:cNvSpPr txBox="1">
            <a:spLocks noGrp="1" noChangeArrowheads="1"/>
          </p:cNvSpPr>
          <p:nvPr>
            <p:ph type="sldNum" sz="quarter" idx="10"/>
          </p:nvPr>
        </p:nvSpPr>
        <p:spPr>
          <a:ln/>
        </p:spPr>
        <p:txBody>
          <a:bodyPr/>
          <a:lstStyle>
            <a:lvl1pPr>
              <a:defRPr/>
            </a:lvl1pPr>
          </a:lstStyle>
          <a:p>
            <a:fld id="{BBE655BF-BE55-4E0E-9577-E804F40FE028}" type="slidenum">
              <a:rPr lang="en-US" altLang="en-US"/>
              <a:pPr/>
              <a:t>‹#›</a:t>
            </a:fld>
            <a:endParaRPr lang="en-US" altLang="en-US"/>
          </a:p>
        </p:txBody>
      </p:sp>
    </p:spTree>
    <p:extLst>
      <p:ext uri="{BB962C8B-B14F-4D97-AF65-F5344CB8AC3E}">
        <p14:creationId xmlns:p14="http://schemas.microsoft.com/office/powerpoint/2010/main" val="117477618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2" name="Google Shape;94;g1f685ef6d38_0_1259">
            <a:extLst>
              <a:ext uri="{FF2B5EF4-FFF2-40B4-BE49-F238E27FC236}">
                <a16:creationId xmlns:a16="http://schemas.microsoft.com/office/drawing/2014/main" id="{ECF8AFB4-0788-E065-C135-017CCDA7E4C1}"/>
              </a:ext>
            </a:extLst>
          </p:cNvPr>
          <p:cNvSpPr>
            <a:spLocks noChangeShapeType="1"/>
          </p:cNvSpPr>
          <p:nvPr/>
        </p:nvSpPr>
        <p:spPr bwMode="auto">
          <a:xfrm>
            <a:off x="7027863" y="0"/>
            <a:ext cx="914400" cy="6858000"/>
          </a:xfrm>
          <a:prstGeom prst="line">
            <a:avLst/>
          </a:prstGeom>
          <a:noFill/>
          <a:ln w="9525">
            <a:solidFill>
              <a:srgbClr val="BEBEBE"/>
            </a:solidFill>
            <a:round/>
            <a:headEnd/>
            <a:tailEnd/>
          </a:ln>
          <a:extLst>
            <a:ext uri="{909E8E84-426E-40DD-AFC4-6F175D3DCCD1}">
              <a14:hiddenFill xmlns:a14="http://schemas.microsoft.com/office/drawing/2010/main">
                <a:noFill/>
              </a14:hiddenFill>
            </a:ext>
          </a:extLst>
        </p:spPr>
        <p:txBody>
          <a:bodyPr lIns="45719" rIns="45719"/>
          <a:lstStyle/>
          <a:p>
            <a:endParaRPr lang="en-IN"/>
          </a:p>
        </p:txBody>
      </p:sp>
      <p:sp>
        <p:nvSpPr>
          <p:cNvPr id="3" name="Google Shape;95;g1f685ef6d38_0_1259">
            <a:extLst>
              <a:ext uri="{FF2B5EF4-FFF2-40B4-BE49-F238E27FC236}">
                <a16:creationId xmlns:a16="http://schemas.microsoft.com/office/drawing/2014/main" id="{BB286F29-1659-EAD4-68CF-18079270EAE8}"/>
              </a:ext>
            </a:extLst>
          </p:cNvPr>
          <p:cNvSpPr>
            <a:spLocks noChangeShapeType="1"/>
          </p:cNvSpPr>
          <p:nvPr/>
        </p:nvSpPr>
        <p:spPr bwMode="auto">
          <a:xfrm flipH="1">
            <a:off x="5568950" y="3681413"/>
            <a:ext cx="3571875" cy="3176587"/>
          </a:xfrm>
          <a:prstGeom prst="line">
            <a:avLst/>
          </a:prstGeom>
          <a:noFill/>
          <a:ln w="9525">
            <a:solidFill>
              <a:srgbClr val="D9D9D9"/>
            </a:solidFill>
            <a:round/>
            <a:headEnd/>
            <a:tailEnd/>
          </a:ln>
          <a:extLst>
            <a:ext uri="{909E8E84-426E-40DD-AFC4-6F175D3DCCD1}">
              <a14:hiddenFill xmlns:a14="http://schemas.microsoft.com/office/drawing/2010/main">
                <a:noFill/>
              </a14:hiddenFill>
            </a:ext>
          </a:extLst>
        </p:spPr>
        <p:txBody>
          <a:bodyPr lIns="45719" rIns="45719"/>
          <a:lstStyle/>
          <a:p>
            <a:endParaRPr lang="en-IN"/>
          </a:p>
        </p:txBody>
      </p:sp>
      <p:sp>
        <p:nvSpPr>
          <p:cNvPr id="4" name="Google Shape;96;g1f685ef6d38_0_1259">
            <a:extLst>
              <a:ext uri="{FF2B5EF4-FFF2-40B4-BE49-F238E27FC236}">
                <a16:creationId xmlns:a16="http://schemas.microsoft.com/office/drawing/2014/main" id="{25A02974-0DD3-F2D0-1C54-26D35C9BAAF7}"/>
              </a:ext>
            </a:extLst>
          </p:cNvPr>
          <p:cNvSpPr>
            <a:spLocks/>
          </p:cNvSpPr>
          <p:nvPr/>
        </p:nvSpPr>
        <p:spPr bwMode="auto">
          <a:xfrm>
            <a:off x="6886575" y="0"/>
            <a:ext cx="2255838" cy="6858000"/>
          </a:xfrm>
          <a:custGeom>
            <a:avLst/>
            <a:gdLst>
              <a:gd name="T0" fmla="*/ 1127569 w 21600"/>
              <a:gd name="T1" fmla="*/ 3428999 h 21600"/>
              <a:gd name="T2" fmla="*/ 1127569 w 21600"/>
              <a:gd name="T3" fmla="*/ 3428999 h 21600"/>
              <a:gd name="T4" fmla="*/ 1127569 w 21600"/>
              <a:gd name="T5" fmla="*/ 3428999 h 21600"/>
              <a:gd name="T6" fmla="*/ 1127569 w 21600"/>
              <a:gd name="T7" fmla="*/ 342899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1600" y="0"/>
                </a:moveTo>
                <a:lnTo>
                  <a:pt x="14672" y="0"/>
                </a:lnTo>
                <a:lnTo>
                  <a:pt x="0" y="21600"/>
                </a:lnTo>
                <a:lnTo>
                  <a:pt x="21600" y="21600"/>
                </a:lnTo>
                <a:lnTo>
                  <a:pt x="21600" y="0"/>
                </a:lnTo>
                <a:close/>
              </a:path>
            </a:pathLst>
          </a:custGeom>
          <a:solidFill>
            <a:srgbClr val="0E6EC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p>
            <a:endParaRPr lang="en-IN"/>
          </a:p>
        </p:txBody>
      </p:sp>
      <p:sp>
        <p:nvSpPr>
          <p:cNvPr id="5" name="Google Shape;97;g1f685ef6d38_0_1259">
            <a:extLst>
              <a:ext uri="{FF2B5EF4-FFF2-40B4-BE49-F238E27FC236}">
                <a16:creationId xmlns:a16="http://schemas.microsoft.com/office/drawing/2014/main" id="{873396F1-7A8C-2D38-929D-08C09719340B}"/>
              </a:ext>
            </a:extLst>
          </p:cNvPr>
          <p:cNvSpPr>
            <a:spLocks/>
          </p:cNvSpPr>
          <p:nvPr/>
        </p:nvSpPr>
        <p:spPr bwMode="auto">
          <a:xfrm>
            <a:off x="7202488" y="0"/>
            <a:ext cx="1941512" cy="6858000"/>
          </a:xfrm>
          <a:custGeom>
            <a:avLst/>
            <a:gdLst>
              <a:gd name="T0" fmla="*/ 970374 w 21600"/>
              <a:gd name="T1" fmla="*/ 3428999 h 21600"/>
              <a:gd name="T2" fmla="*/ 970374 w 21600"/>
              <a:gd name="T3" fmla="*/ 3428999 h 21600"/>
              <a:gd name="T4" fmla="*/ 970374 w 21600"/>
              <a:gd name="T5" fmla="*/ 3428999 h 21600"/>
              <a:gd name="T6" fmla="*/ 970374 w 21600"/>
              <a:gd name="T7" fmla="*/ 342899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1600" y="0"/>
                </a:moveTo>
                <a:lnTo>
                  <a:pt x="0" y="0"/>
                </a:lnTo>
                <a:lnTo>
                  <a:pt x="10085" y="21600"/>
                </a:lnTo>
                <a:lnTo>
                  <a:pt x="21600" y="21600"/>
                </a:lnTo>
                <a:lnTo>
                  <a:pt x="21600" y="0"/>
                </a:lnTo>
                <a:close/>
              </a:path>
            </a:pathLst>
          </a:custGeom>
          <a:solidFill>
            <a:srgbClr val="0E6EC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p>
            <a:endParaRPr lang="en-IN"/>
          </a:p>
        </p:txBody>
      </p:sp>
      <p:sp>
        <p:nvSpPr>
          <p:cNvPr id="6" name="Google Shape;98;g1f685ef6d38_0_1259">
            <a:extLst>
              <a:ext uri="{FF2B5EF4-FFF2-40B4-BE49-F238E27FC236}">
                <a16:creationId xmlns:a16="http://schemas.microsoft.com/office/drawing/2014/main" id="{CAE76996-E550-F6F8-1663-BA1D217910AE}"/>
              </a:ext>
            </a:extLst>
          </p:cNvPr>
          <p:cNvSpPr>
            <a:spLocks/>
          </p:cNvSpPr>
          <p:nvPr/>
        </p:nvSpPr>
        <p:spPr bwMode="auto">
          <a:xfrm>
            <a:off x="6699250" y="3048000"/>
            <a:ext cx="2444750" cy="3810000"/>
          </a:xfrm>
          <a:custGeom>
            <a:avLst/>
            <a:gdLst>
              <a:gd name="T0" fmla="*/ 1222439 w 21600"/>
              <a:gd name="T1" fmla="*/ 1905001 h 21600"/>
              <a:gd name="T2" fmla="*/ 1222439 w 21600"/>
              <a:gd name="T3" fmla="*/ 1905001 h 21600"/>
              <a:gd name="T4" fmla="*/ 1222439 w 21600"/>
              <a:gd name="T5" fmla="*/ 1905001 h 21600"/>
              <a:gd name="T6" fmla="*/ 1222439 w 21600"/>
              <a:gd name="T7" fmla="*/ 1905001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1600" y="0"/>
                </a:moveTo>
                <a:lnTo>
                  <a:pt x="0" y="21600"/>
                </a:lnTo>
                <a:lnTo>
                  <a:pt x="21600" y="21600"/>
                </a:lnTo>
                <a:lnTo>
                  <a:pt x="21600" y="0"/>
                </a:lnTo>
                <a:close/>
              </a:path>
            </a:pathLst>
          </a:custGeom>
          <a:solidFill>
            <a:srgbClr val="009DD9"/>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p>
            <a:endParaRPr lang="en-IN"/>
          </a:p>
        </p:txBody>
      </p:sp>
      <p:sp>
        <p:nvSpPr>
          <p:cNvPr id="7" name="Google Shape;99;g1f685ef6d38_0_1259">
            <a:extLst>
              <a:ext uri="{FF2B5EF4-FFF2-40B4-BE49-F238E27FC236}">
                <a16:creationId xmlns:a16="http://schemas.microsoft.com/office/drawing/2014/main" id="{57E83425-69FC-746E-4373-2CD749A83793}"/>
              </a:ext>
            </a:extLst>
          </p:cNvPr>
          <p:cNvSpPr>
            <a:spLocks/>
          </p:cNvSpPr>
          <p:nvPr/>
        </p:nvSpPr>
        <p:spPr bwMode="auto">
          <a:xfrm>
            <a:off x="7004050" y="0"/>
            <a:ext cx="2138363" cy="6858000"/>
          </a:xfrm>
          <a:custGeom>
            <a:avLst/>
            <a:gdLst>
              <a:gd name="T0" fmla="*/ 1069186 w 21600"/>
              <a:gd name="T1" fmla="*/ 3428999 h 21600"/>
              <a:gd name="T2" fmla="*/ 1069186 w 21600"/>
              <a:gd name="T3" fmla="*/ 3428999 h 21600"/>
              <a:gd name="T4" fmla="*/ 1069186 w 21600"/>
              <a:gd name="T5" fmla="*/ 3428999 h 21600"/>
              <a:gd name="T6" fmla="*/ 1069186 w 21600"/>
              <a:gd name="T7" fmla="*/ 342899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1600" y="0"/>
                </a:moveTo>
                <a:lnTo>
                  <a:pt x="0" y="0"/>
                </a:lnTo>
                <a:lnTo>
                  <a:pt x="18694" y="21600"/>
                </a:lnTo>
                <a:lnTo>
                  <a:pt x="21600" y="21600"/>
                </a:lnTo>
                <a:lnTo>
                  <a:pt x="21600" y="0"/>
                </a:lnTo>
                <a:close/>
              </a:path>
            </a:pathLst>
          </a:custGeom>
          <a:solidFill>
            <a:srgbClr val="0076A2"/>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p>
            <a:endParaRPr lang="en-IN"/>
          </a:p>
        </p:txBody>
      </p:sp>
      <p:sp>
        <p:nvSpPr>
          <p:cNvPr id="8" name="Google Shape;100;g1f685ef6d38_0_1259">
            <a:extLst>
              <a:ext uri="{FF2B5EF4-FFF2-40B4-BE49-F238E27FC236}">
                <a16:creationId xmlns:a16="http://schemas.microsoft.com/office/drawing/2014/main" id="{1017110E-6689-F927-3B5E-7424255655BF}"/>
              </a:ext>
            </a:extLst>
          </p:cNvPr>
          <p:cNvSpPr>
            <a:spLocks/>
          </p:cNvSpPr>
          <p:nvPr/>
        </p:nvSpPr>
        <p:spPr bwMode="auto">
          <a:xfrm>
            <a:off x="8174038" y="0"/>
            <a:ext cx="968375" cy="6858000"/>
          </a:xfrm>
          <a:custGeom>
            <a:avLst/>
            <a:gdLst>
              <a:gd name="T0" fmla="*/ 484061 w 21600"/>
              <a:gd name="T1" fmla="*/ 3428999 h 21600"/>
              <a:gd name="T2" fmla="*/ 484061 w 21600"/>
              <a:gd name="T3" fmla="*/ 3428999 h 21600"/>
              <a:gd name="T4" fmla="*/ 484061 w 21600"/>
              <a:gd name="T5" fmla="*/ 3428999 h 21600"/>
              <a:gd name="T6" fmla="*/ 484061 w 21600"/>
              <a:gd name="T7" fmla="*/ 342899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1600" y="0"/>
                </a:moveTo>
                <a:lnTo>
                  <a:pt x="17051" y="0"/>
                </a:lnTo>
                <a:lnTo>
                  <a:pt x="0" y="21600"/>
                </a:lnTo>
                <a:lnTo>
                  <a:pt x="21600" y="21600"/>
                </a:lnTo>
                <a:lnTo>
                  <a:pt x="21600" y="0"/>
                </a:lnTo>
                <a:close/>
              </a:path>
            </a:pathLst>
          </a:custGeom>
          <a:solidFill>
            <a:srgbClr val="58AAF1"/>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p>
            <a:endParaRPr lang="en-IN"/>
          </a:p>
        </p:txBody>
      </p:sp>
      <p:sp>
        <p:nvSpPr>
          <p:cNvPr id="9" name="Google Shape;101;g1f685ef6d38_0_1259">
            <a:extLst>
              <a:ext uri="{FF2B5EF4-FFF2-40B4-BE49-F238E27FC236}">
                <a16:creationId xmlns:a16="http://schemas.microsoft.com/office/drawing/2014/main" id="{33DA2AF8-52B9-428B-FB91-3C0D37ADE8E7}"/>
              </a:ext>
            </a:extLst>
          </p:cNvPr>
          <p:cNvSpPr>
            <a:spLocks/>
          </p:cNvSpPr>
          <p:nvPr/>
        </p:nvSpPr>
        <p:spPr bwMode="auto">
          <a:xfrm>
            <a:off x="8205788" y="0"/>
            <a:ext cx="936625" cy="6858000"/>
          </a:xfrm>
          <a:custGeom>
            <a:avLst/>
            <a:gdLst>
              <a:gd name="T0" fmla="*/ 468077 w 21600"/>
              <a:gd name="T1" fmla="*/ 3428999 h 21600"/>
              <a:gd name="T2" fmla="*/ 468077 w 21600"/>
              <a:gd name="T3" fmla="*/ 3428999 h 21600"/>
              <a:gd name="T4" fmla="*/ 468077 w 21600"/>
              <a:gd name="T5" fmla="*/ 3428999 h 21600"/>
              <a:gd name="T6" fmla="*/ 468077 w 21600"/>
              <a:gd name="T7" fmla="*/ 3428999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1600" y="0"/>
                </a:moveTo>
                <a:lnTo>
                  <a:pt x="0" y="0"/>
                </a:lnTo>
                <a:lnTo>
                  <a:pt x="19169" y="21600"/>
                </a:lnTo>
                <a:lnTo>
                  <a:pt x="21600" y="21600"/>
                </a:lnTo>
                <a:lnTo>
                  <a:pt x="21600" y="0"/>
                </a:lnTo>
                <a:close/>
              </a:path>
            </a:pathLst>
          </a:custGeom>
          <a:solidFill>
            <a:srgbClr val="0E6EC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p>
            <a:endParaRPr lang="en-IN"/>
          </a:p>
        </p:txBody>
      </p:sp>
      <p:sp>
        <p:nvSpPr>
          <p:cNvPr id="10" name="Google Shape;102;g1f685ef6d38_0_1259">
            <a:extLst>
              <a:ext uri="{FF2B5EF4-FFF2-40B4-BE49-F238E27FC236}">
                <a16:creationId xmlns:a16="http://schemas.microsoft.com/office/drawing/2014/main" id="{54BB3AB5-A768-83EE-1577-9120C305406D}"/>
              </a:ext>
            </a:extLst>
          </p:cNvPr>
          <p:cNvSpPr>
            <a:spLocks/>
          </p:cNvSpPr>
          <p:nvPr/>
        </p:nvSpPr>
        <p:spPr bwMode="auto">
          <a:xfrm>
            <a:off x="7778750" y="3590925"/>
            <a:ext cx="1363663" cy="3267075"/>
          </a:xfrm>
          <a:custGeom>
            <a:avLst/>
            <a:gdLst>
              <a:gd name="T0" fmla="*/ 681229 w 21600"/>
              <a:gd name="T1" fmla="*/ 1633728 h 21600"/>
              <a:gd name="T2" fmla="*/ 681229 w 21600"/>
              <a:gd name="T3" fmla="*/ 1633728 h 21600"/>
              <a:gd name="T4" fmla="*/ 681229 w 21600"/>
              <a:gd name="T5" fmla="*/ 1633728 h 21600"/>
              <a:gd name="T6" fmla="*/ 681229 w 21600"/>
              <a:gd name="T7" fmla="*/ 1633728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21600" y="0"/>
                </a:moveTo>
                <a:lnTo>
                  <a:pt x="0" y="21600"/>
                </a:lnTo>
                <a:lnTo>
                  <a:pt x="21600" y="21600"/>
                </a:lnTo>
                <a:lnTo>
                  <a:pt x="21600" y="0"/>
                </a:lnTo>
                <a:close/>
              </a:path>
            </a:pathLst>
          </a:custGeom>
          <a:solidFill>
            <a:srgbClr val="0E6EC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p>
            <a:endParaRPr lang="en-IN"/>
          </a:p>
        </p:txBody>
      </p:sp>
      <p:sp>
        <p:nvSpPr>
          <p:cNvPr id="11" name="Google Shape;103;g1f685ef6d38_0_1259">
            <a:extLst>
              <a:ext uri="{FF2B5EF4-FFF2-40B4-BE49-F238E27FC236}">
                <a16:creationId xmlns:a16="http://schemas.microsoft.com/office/drawing/2014/main" id="{988C543E-5C65-5EA8-5911-AFD7B43D3129}"/>
              </a:ext>
            </a:extLst>
          </p:cNvPr>
          <p:cNvSpPr>
            <a:spLocks/>
          </p:cNvSpPr>
          <p:nvPr/>
        </p:nvSpPr>
        <p:spPr bwMode="auto">
          <a:xfrm>
            <a:off x="0" y="4013200"/>
            <a:ext cx="336550" cy="2844800"/>
          </a:xfrm>
          <a:custGeom>
            <a:avLst/>
            <a:gdLst>
              <a:gd name="T0" fmla="*/ 168022 w 21600"/>
              <a:gd name="T1" fmla="*/ 1422654 h 21600"/>
              <a:gd name="T2" fmla="*/ 168022 w 21600"/>
              <a:gd name="T3" fmla="*/ 1422654 h 21600"/>
              <a:gd name="T4" fmla="*/ 168022 w 21600"/>
              <a:gd name="T5" fmla="*/ 1422654 h 21600"/>
              <a:gd name="T6" fmla="*/ 168022 w 21600"/>
              <a:gd name="T7" fmla="*/ 1422654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0" y="0"/>
                </a:moveTo>
                <a:lnTo>
                  <a:pt x="0" y="21600"/>
                </a:lnTo>
                <a:lnTo>
                  <a:pt x="21600" y="21600"/>
                </a:lnTo>
                <a:lnTo>
                  <a:pt x="0" y="0"/>
                </a:lnTo>
                <a:close/>
              </a:path>
            </a:pathLst>
          </a:custGeom>
          <a:solidFill>
            <a:srgbClr val="0E6EC5"/>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lstStyle/>
          <a:p>
            <a:endParaRPr lang="en-IN"/>
          </a:p>
        </p:txBody>
      </p:sp>
      <p:sp>
        <p:nvSpPr>
          <p:cNvPr id="12" name="Slide Number">
            <a:extLst>
              <a:ext uri="{FF2B5EF4-FFF2-40B4-BE49-F238E27FC236}">
                <a16:creationId xmlns:a16="http://schemas.microsoft.com/office/drawing/2014/main" id="{35A576F6-6D84-464F-06A4-E85A6284AB9C}"/>
              </a:ext>
            </a:extLst>
          </p:cNvPr>
          <p:cNvSpPr txBox="1">
            <a:spLocks noGrp="1" noChangeArrowheads="1"/>
          </p:cNvSpPr>
          <p:nvPr>
            <p:ph type="sldNum" sz="quarter" idx="10"/>
          </p:nvPr>
        </p:nvSpPr>
        <p:spPr>
          <a:xfrm>
            <a:off x="8442325" y="6378575"/>
            <a:ext cx="244475" cy="241300"/>
          </a:xfrm>
        </p:spPr>
        <p:txBody>
          <a:bodyPr lIns="0" tIns="0" rIns="0" bIns="0"/>
          <a:lstStyle>
            <a:lvl1pPr>
              <a:defRPr sz="1800">
                <a:solidFill>
                  <a:srgbClr val="888888"/>
                </a:solidFill>
                <a:latin typeface="Calibri" panose="020F0502020204030204" pitchFamily="34" charset="0"/>
                <a:cs typeface="Calibri" panose="020F0502020204030204" pitchFamily="34" charset="0"/>
                <a:sym typeface="Calibri" panose="020F0502020204030204" pitchFamily="34" charset="0"/>
              </a:defRPr>
            </a:lvl1pPr>
          </a:lstStyle>
          <a:p>
            <a:fld id="{718816FC-40CB-45C4-BF51-C7AD52C97BDA}" type="slidenum">
              <a:rPr lang="en-US" altLang="en-US"/>
              <a:pPr/>
              <a:t>‹#›</a:t>
            </a:fld>
            <a:endParaRPr lang="en-US" altLang="en-US"/>
          </a:p>
        </p:txBody>
      </p:sp>
    </p:spTree>
    <p:extLst>
      <p:ext uri="{BB962C8B-B14F-4D97-AF65-F5344CB8AC3E}">
        <p14:creationId xmlns:p14="http://schemas.microsoft.com/office/powerpoint/2010/main" val="43501754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LE">
    <p:spTree>
      <p:nvGrpSpPr>
        <p:cNvPr id="1" name=""/>
        <p:cNvGrpSpPr/>
        <p:nvPr/>
      </p:nvGrpSpPr>
      <p:grpSpPr>
        <a:xfrm>
          <a:off x="0" y="0"/>
          <a:ext cx="0" cy="0"/>
          <a:chOff x="0" y="0"/>
          <a:chExt cx="0" cy="0"/>
        </a:xfrm>
      </p:grpSpPr>
      <p:sp>
        <p:nvSpPr>
          <p:cNvPr id="2" name="Google Shape;117;g1f685ef6d38_0_268">
            <a:extLst>
              <a:ext uri="{FF2B5EF4-FFF2-40B4-BE49-F238E27FC236}">
                <a16:creationId xmlns:a16="http://schemas.microsoft.com/office/drawing/2014/main" id="{08512355-F849-1B8A-F6C2-0CE701DA8917}"/>
              </a:ext>
            </a:extLst>
          </p:cNvPr>
          <p:cNvSpPr>
            <a:spLocks noChangeArrowheads="1"/>
          </p:cNvSpPr>
          <p:nvPr/>
        </p:nvSpPr>
        <p:spPr bwMode="auto">
          <a:xfrm>
            <a:off x="690563" y="1346200"/>
            <a:ext cx="7667625" cy="80963"/>
          </a:xfrm>
          <a:prstGeom prst="rect">
            <a:avLst/>
          </a:prstGeom>
          <a:solidFill>
            <a:srgbClr val="FFFFFF"/>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eaLnBrk="1"/>
            <a:endParaRPr lang="en-US" altLang="en-US"/>
          </a:p>
        </p:txBody>
      </p:sp>
      <p:sp>
        <p:nvSpPr>
          <p:cNvPr id="3" name="Google Shape;118;g1f685ef6d38_0_268">
            <a:extLst>
              <a:ext uri="{FF2B5EF4-FFF2-40B4-BE49-F238E27FC236}">
                <a16:creationId xmlns:a16="http://schemas.microsoft.com/office/drawing/2014/main" id="{C868CF0F-FA83-FF4A-4EEF-07722CC672A2}"/>
              </a:ext>
            </a:extLst>
          </p:cNvPr>
          <p:cNvSpPr>
            <a:spLocks noChangeArrowheads="1"/>
          </p:cNvSpPr>
          <p:nvPr/>
        </p:nvSpPr>
        <p:spPr bwMode="auto">
          <a:xfrm>
            <a:off x="690563" y="4298950"/>
            <a:ext cx="7667625" cy="80963"/>
          </a:xfrm>
          <a:prstGeom prst="rect">
            <a:avLst/>
          </a:prstGeom>
          <a:solidFill>
            <a:srgbClr val="FFFFFF"/>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eaLnBrk="1"/>
            <a:endParaRPr lang="en-US" altLang="en-US"/>
          </a:p>
        </p:txBody>
      </p:sp>
      <p:sp>
        <p:nvSpPr>
          <p:cNvPr id="4" name="Google Shape;119;g1f685ef6d38_0_268">
            <a:extLst>
              <a:ext uri="{FF2B5EF4-FFF2-40B4-BE49-F238E27FC236}">
                <a16:creationId xmlns:a16="http://schemas.microsoft.com/office/drawing/2014/main" id="{6F728ECC-CA83-5A9C-3D06-D706BFDAD192}"/>
              </a:ext>
            </a:extLst>
          </p:cNvPr>
          <p:cNvSpPr>
            <a:spLocks noChangeArrowheads="1"/>
          </p:cNvSpPr>
          <p:nvPr/>
        </p:nvSpPr>
        <p:spPr bwMode="auto">
          <a:xfrm>
            <a:off x="690563" y="1484313"/>
            <a:ext cx="7667625" cy="2743200"/>
          </a:xfrm>
          <a:prstGeom prst="rect">
            <a:avLst/>
          </a:prstGeom>
          <a:solidFill>
            <a:srgbClr val="FFFFFF"/>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eaLnBrk="1"/>
            <a:endParaRPr lang="en-US" altLang="en-US"/>
          </a:p>
        </p:txBody>
      </p:sp>
      <p:grpSp>
        <p:nvGrpSpPr>
          <p:cNvPr id="5" name="Google Shape;120;g1f685ef6d38_0_268">
            <a:extLst>
              <a:ext uri="{FF2B5EF4-FFF2-40B4-BE49-F238E27FC236}">
                <a16:creationId xmlns:a16="http://schemas.microsoft.com/office/drawing/2014/main" id="{BF77238B-C54D-FDA4-43E4-E044999E099D}"/>
              </a:ext>
            </a:extLst>
          </p:cNvPr>
          <p:cNvGrpSpPr>
            <a:grpSpLocks/>
          </p:cNvGrpSpPr>
          <p:nvPr/>
        </p:nvGrpSpPr>
        <p:grpSpPr bwMode="auto">
          <a:xfrm>
            <a:off x="7237413" y="4068763"/>
            <a:ext cx="809625" cy="1081087"/>
            <a:chOff x="0" y="0"/>
            <a:chExt cx="810676" cy="1080900"/>
          </a:xfrm>
        </p:grpSpPr>
        <p:sp>
          <p:nvSpPr>
            <p:cNvPr id="6" name="Google Shape;121;g1f685ef6d38_0_268">
              <a:extLst>
                <a:ext uri="{FF2B5EF4-FFF2-40B4-BE49-F238E27FC236}">
                  <a16:creationId xmlns:a16="http://schemas.microsoft.com/office/drawing/2014/main" id="{D5F73263-395E-DA95-EC67-DD372152B35C}"/>
                </a:ext>
              </a:extLst>
            </p:cNvPr>
            <p:cNvSpPr>
              <a:spLocks noChangeArrowheads="1"/>
            </p:cNvSpPr>
            <p:nvPr/>
          </p:nvSpPr>
          <p:spPr bwMode="auto">
            <a:xfrm>
              <a:off x="-1" y="-1"/>
              <a:ext cx="810678" cy="1080902"/>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7" name="Google Shape;122;g1f685ef6d38_0_268">
              <a:extLst>
                <a:ext uri="{FF2B5EF4-FFF2-40B4-BE49-F238E27FC236}">
                  <a16:creationId xmlns:a16="http://schemas.microsoft.com/office/drawing/2014/main" id="{B2BE4507-D4C8-D419-8B6F-A25C1E14A2E8}"/>
                </a:ext>
              </a:extLst>
            </p:cNvPr>
            <p:cNvSpPr/>
            <p:nvPr/>
          </p:nvSpPr>
          <p:spPr>
            <a:xfrm>
              <a:off x="81067" y="107931"/>
              <a:ext cx="648541" cy="865037"/>
            </a:xfrm>
            <a:prstGeom prst="ellipse">
              <a:avLst/>
            </a:prstGeom>
            <a:noFill/>
            <a:ln w="254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152" name="Title Text"/>
          <p:cNvSpPr txBox="1">
            <a:spLocks noGrp="1"/>
          </p:cNvSpPr>
          <p:nvPr>
            <p:ph type="title"/>
          </p:nvPr>
        </p:nvSpPr>
        <p:spPr>
          <a:xfrm>
            <a:off x="788669" y="1432223"/>
            <a:ext cx="7475102" cy="3035701"/>
          </a:xfrm>
          <a:prstGeom prst="rect">
            <a:avLst/>
          </a:prstGeom>
        </p:spPr>
        <p:txBody>
          <a:bodyPr anchor="ctr"/>
          <a:lstStyle>
            <a:lvl1pPr>
              <a:lnSpc>
                <a:spcPct val="80000"/>
              </a:lnSpc>
              <a:defRPr sz="9600">
                <a:solidFill>
                  <a:srgbClr val="000000"/>
                </a:solidFill>
                <a:latin typeface="Rockwell"/>
                <a:ea typeface="Rockwell"/>
                <a:cs typeface="Rockwell"/>
                <a:sym typeface="Rockwell"/>
              </a:defRPr>
            </a:lvl1pPr>
          </a:lstStyle>
          <a:p>
            <a:r>
              <a:t>Title Text</a:t>
            </a:r>
          </a:p>
        </p:txBody>
      </p:sp>
      <p:sp>
        <p:nvSpPr>
          <p:cNvPr id="153" name="Body Level One…"/>
          <p:cNvSpPr txBox="1">
            <a:spLocks noGrp="1"/>
          </p:cNvSpPr>
          <p:nvPr>
            <p:ph type="body" sz="quarter" idx="1"/>
          </p:nvPr>
        </p:nvSpPr>
        <p:spPr>
          <a:xfrm>
            <a:off x="802386" y="4389120"/>
            <a:ext cx="5918400" cy="1069801"/>
          </a:xfrm>
          <a:prstGeom prst="rect">
            <a:avLst/>
          </a:prstGeom>
        </p:spPr>
        <p:txBody>
          <a:bodyPr/>
          <a:lstStyle>
            <a:lvl1pPr marL="336550" indent="-215900">
              <a:lnSpc>
                <a:spcPct val="90000"/>
              </a:lnSpc>
              <a:spcBef>
                <a:spcPts val="1200"/>
              </a:spcBef>
              <a:buClrTx/>
              <a:buSzTx/>
              <a:buFontTx/>
              <a:buNone/>
              <a:defRPr sz="2200">
                <a:solidFill>
                  <a:srgbClr val="000000"/>
                </a:solidFill>
                <a:latin typeface="Rockwell"/>
                <a:ea typeface="Rockwell"/>
                <a:cs typeface="Rockwell"/>
                <a:sym typeface="Rockwell"/>
              </a:defRPr>
            </a:lvl1pPr>
            <a:lvl2pPr marL="336550" indent="252094">
              <a:lnSpc>
                <a:spcPct val="90000"/>
              </a:lnSpc>
              <a:spcBef>
                <a:spcPts val="1200"/>
              </a:spcBef>
              <a:buClrTx/>
              <a:buSzTx/>
              <a:buFontTx/>
              <a:buNone/>
              <a:defRPr sz="2200">
                <a:solidFill>
                  <a:srgbClr val="000000"/>
                </a:solidFill>
                <a:latin typeface="Rockwell"/>
                <a:ea typeface="Rockwell"/>
                <a:cs typeface="Rockwell"/>
                <a:sym typeface="Rockwell"/>
              </a:defRPr>
            </a:lvl2pPr>
            <a:lvl3pPr marL="336550" indent="720089">
              <a:lnSpc>
                <a:spcPct val="90000"/>
              </a:lnSpc>
              <a:spcBef>
                <a:spcPts val="1200"/>
              </a:spcBef>
              <a:buClrTx/>
              <a:buSzTx/>
              <a:buFontTx/>
              <a:buNone/>
              <a:defRPr sz="2200">
                <a:solidFill>
                  <a:srgbClr val="000000"/>
                </a:solidFill>
                <a:latin typeface="Rockwell"/>
                <a:ea typeface="Rockwell"/>
                <a:cs typeface="Rockwell"/>
                <a:sym typeface="Rockwell"/>
              </a:defRPr>
            </a:lvl3pPr>
            <a:lvl4pPr marL="336550" indent="1177289">
              <a:lnSpc>
                <a:spcPct val="90000"/>
              </a:lnSpc>
              <a:spcBef>
                <a:spcPts val="1200"/>
              </a:spcBef>
              <a:buClrTx/>
              <a:buSzTx/>
              <a:buFontTx/>
              <a:buNone/>
              <a:defRPr sz="2200">
                <a:solidFill>
                  <a:srgbClr val="000000"/>
                </a:solidFill>
                <a:latin typeface="Rockwell"/>
                <a:ea typeface="Rockwell"/>
                <a:cs typeface="Rockwell"/>
                <a:sym typeface="Rockwell"/>
              </a:defRPr>
            </a:lvl4pPr>
            <a:lvl5pPr marL="336550" indent="1634489">
              <a:lnSpc>
                <a:spcPct val="90000"/>
              </a:lnSpc>
              <a:spcBef>
                <a:spcPts val="1200"/>
              </a:spcBef>
              <a:buClrTx/>
              <a:buSzTx/>
              <a:buFontTx/>
              <a:buNone/>
              <a:defRPr sz="2200">
                <a:solidFill>
                  <a:srgbClr val="000000"/>
                </a:solidFill>
                <a:latin typeface="Rockwell"/>
                <a:ea typeface="Rockwell"/>
                <a:cs typeface="Rockwell"/>
                <a:sym typeface="Rockwell"/>
              </a:defRPr>
            </a:lvl5pPr>
          </a:lstStyle>
          <a:p>
            <a:r>
              <a:t>Body Level One</a:t>
            </a:r>
          </a:p>
          <a:p>
            <a:pPr lvl="1"/>
            <a:r>
              <a:t>Body Level Two</a:t>
            </a:r>
          </a:p>
          <a:p>
            <a:pPr lvl="2"/>
            <a:r>
              <a:t>Body Level Three</a:t>
            </a:r>
          </a:p>
          <a:p>
            <a:pPr lvl="3"/>
            <a:r>
              <a:t>Body Level Four</a:t>
            </a:r>
          </a:p>
          <a:p>
            <a:pPr lvl="4"/>
            <a:r>
              <a:t>Body Level Five</a:t>
            </a:r>
          </a:p>
        </p:txBody>
      </p:sp>
      <p:sp>
        <p:nvSpPr>
          <p:cNvPr id="8" name="Slide Number">
            <a:extLst>
              <a:ext uri="{FF2B5EF4-FFF2-40B4-BE49-F238E27FC236}">
                <a16:creationId xmlns:a16="http://schemas.microsoft.com/office/drawing/2014/main" id="{D284AB87-549C-4351-03FC-F6235541F06D}"/>
              </a:ext>
            </a:extLst>
          </p:cNvPr>
          <p:cNvSpPr txBox="1">
            <a:spLocks noGrp="1" noChangeArrowheads="1"/>
          </p:cNvSpPr>
          <p:nvPr>
            <p:ph type="sldNum" sz="quarter" idx="10"/>
          </p:nvPr>
        </p:nvSpPr>
        <p:spPr>
          <a:xfrm>
            <a:off x="7537450" y="4383088"/>
            <a:ext cx="552450" cy="452437"/>
          </a:xfrm>
        </p:spPr>
        <p:txBody>
          <a:bodyPr anchor="ctr"/>
          <a:lstStyle>
            <a:lvl1pPr>
              <a:defRPr sz="2800">
                <a:solidFill>
                  <a:srgbClr val="FFFFFF"/>
                </a:solidFill>
                <a:latin typeface="Rockwell Bold" panose="02060803030505020403" pitchFamily="18" charset="0"/>
                <a:sym typeface="Rockwell Bold" panose="02060803030505020403" pitchFamily="18" charset="0"/>
              </a:defRPr>
            </a:lvl1pPr>
          </a:lstStyle>
          <a:p>
            <a:fld id="{3F0732D2-8BA8-4E4F-AB0D-3F8F8512852D}" type="slidenum">
              <a:rPr lang="en-US" altLang="en-US"/>
              <a:pPr/>
              <a:t>‹#›</a:t>
            </a:fld>
            <a:endParaRPr lang="en-US" altLang="en-US"/>
          </a:p>
        </p:txBody>
      </p:sp>
    </p:spTree>
    <p:extLst>
      <p:ext uri="{BB962C8B-B14F-4D97-AF65-F5344CB8AC3E}">
        <p14:creationId xmlns:p14="http://schemas.microsoft.com/office/powerpoint/2010/main" val="178000315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OBJECT">
    <p:spTree>
      <p:nvGrpSpPr>
        <p:cNvPr id="1" name=""/>
        <p:cNvGrpSpPr/>
        <p:nvPr/>
      </p:nvGrpSpPr>
      <p:grpSpPr>
        <a:xfrm>
          <a:off x="0" y="0"/>
          <a:ext cx="0" cy="0"/>
          <a:chOff x="0" y="0"/>
          <a:chExt cx="0" cy="0"/>
        </a:xfrm>
      </p:grpSpPr>
      <p:grpSp>
        <p:nvGrpSpPr>
          <p:cNvPr id="2" name="Google Shape;112;g1f685ef6d38_0_259">
            <a:extLst>
              <a:ext uri="{FF2B5EF4-FFF2-40B4-BE49-F238E27FC236}">
                <a16:creationId xmlns:a16="http://schemas.microsoft.com/office/drawing/2014/main" id="{44101680-7F28-07F5-61BF-E47FFF9C4E48}"/>
              </a:ext>
            </a:extLst>
          </p:cNvPr>
          <p:cNvGrpSpPr>
            <a:grpSpLocks/>
          </p:cNvGrpSpPr>
          <p:nvPr/>
        </p:nvGrpSpPr>
        <p:grpSpPr bwMode="auto">
          <a:xfrm>
            <a:off x="8551863" y="6229350"/>
            <a:ext cx="342900" cy="457200"/>
            <a:chOff x="0" y="0"/>
            <a:chExt cx="342938" cy="457232"/>
          </a:xfrm>
        </p:grpSpPr>
        <p:sp>
          <p:nvSpPr>
            <p:cNvPr id="3" name="Google Shape;113;g1f685ef6d38_0_259">
              <a:extLst>
                <a:ext uri="{FF2B5EF4-FFF2-40B4-BE49-F238E27FC236}">
                  <a16:creationId xmlns:a16="http://schemas.microsoft.com/office/drawing/2014/main" id="{5BBFB8A7-2CD3-4A5A-B2DF-1202562C15BC}"/>
                </a:ext>
              </a:extLst>
            </p:cNvPr>
            <p:cNvSpPr>
              <a:spLocks noChangeArrowheads="1"/>
            </p:cNvSpPr>
            <p:nvPr/>
          </p:nvSpPr>
          <p:spPr bwMode="auto">
            <a:xfrm>
              <a:off x="-1" y="0"/>
              <a:ext cx="342940" cy="457233"/>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4" name="Google Shape;114;g1f685ef6d38_0_259">
              <a:extLst>
                <a:ext uri="{FF2B5EF4-FFF2-40B4-BE49-F238E27FC236}">
                  <a16:creationId xmlns:a16="http://schemas.microsoft.com/office/drawing/2014/main" id="{49DC186A-F68C-0172-99C8-8F8577073D7B}"/>
                </a:ext>
              </a:extLst>
            </p:cNvPr>
            <p:cNvSpPr/>
            <p:nvPr/>
          </p:nvSpPr>
          <p:spPr>
            <a:xfrm>
              <a:off x="22227" y="28577"/>
              <a:ext cx="298483" cy="400078"/>
            </a:xfrm>
            <a:prstGeom prst="ellipse">
              <a:avLst/>
            </a:prstGeom>
            <a:noFill/>
            <a:ln w="127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164" name="Title Text"/>
          <p:cNvSpPr txBox="1">
            <a:spLocks noGrp="1"/>
          </p:cNvSpPr>
          <p:nvPr>
            <p:ph type="title"/>
          </p:nvPr>
        </p:nvSpPr>
        <p:spPr>
          <a:xfrm>
            <a:off x="802386" y="484631"/>
            <a:ext cx="7543801" cy="1609202"/>
          </a:xfrm>
          <a:prstGeom prst="rect">
            <a:avLst/>
          </a:prstGeom>
        </p:spPr>
        <p:txBody>
          <a:bodyPr anchor="ctr"/>
          <a:lstStyle>
            <a:lvl1pPr>
              <a:lnSpc>
                <a:spcPct val="90000"/>
              </a:lnSpc>
              <a:defRPr sz="5400">
                <a:solidFill>
                  <a:srgbClr val="000000"/>
                </a:solidFill>
                <a:latin typeface="Rockwell"/>
                <a:ea typeface="Rockwell"/>
                <a:cs typeface="Rockwell"/>
                <a:sym typeface="Rockwell"/>
              </a:defRPr>
            </a:lvl1pPr>
          </a:lstStyle>
          <a:p>
            <a:r>
              <a:t>Title Text</a:t>
            </a:r>
          </a:p>
        </p:txBody>
      </p:sp>
      <p:sp>
        <p:nvSpPr>
          <p:cNvPr id="165" name="Body Level One…"/>
          <p:cNvSpPr txBox="1">
            <a:spLocks noGrp="1"/>
          </p:cNvSpPr>
          <p:nvPr>
            <p:ph type="body" idx="1"/>
          </p:nvPr>
        </p:nvSpPr>
        <p:spPr>
          <a:xfrm>
            <a:off x="802386" y="2121407"/>
            <a:ext cx="7543801" cy="4050901"/>
          </a:xfrm>
          <a:prstGeom prst="rect">
            <a:avLst/>
          </a:prstGeom>
        </p:spPr>
        <p:txBody>
          <a:bodyPr/>
          <a:lstStyle>
            <a:lvl1pPr indent="-325754">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1pPr>
            <a:lvl2pPr marL="950594" indent="-36195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2pPr>
            <a:lvl3pPr marL="1453038" indent="-407193">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3pPr>
            <a:lvl4pPr marL="1910238" indent="-407193">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4pPr>
            <a:lvl5pPr marL="2367438" indent="-407192">
              <a:lnSpc>
                <a:spcPct val="90000"/>
              </a:lnSpc>
              <a:spcBef>
                <a:spcPts val="1200"/>
              </a:spcBef>
              <a:buClr>
                <a:srgbClr val="9E3611"/>
              </a:buClr>
              <a:buSzPts val="2000"/>
              <a:defRPr sz="2000">
                <a:solidFill>
                  <a:srgbClr val="000000"/>
                </a:solidFill>
                <a:latin typeface="Rockwell"/>
                <a:ea typeface="Rockwell"/>
                <a:cs typeface="Rockwell"/>
                <a:sym typeface="Rockwell"/>
              </a:defRPr>
            </a:lvl5pPr>
          </a:lstStyle>
          <a:p>
            <a:r>
              <a:t>Body Level One</a:t>
            </a:r>
          </a:p>
          <a:p>
            <a:pPr lvl="1"/>
            <a:r>
              <a:t>Body Level Two</a:t>
            </a:r>
          </a:p>
          <a:p>
            <a:pPr lvl="2"/>
            <a:r>
              <a:t>Body Level Three</a:t>
            </a:r>
          </a:p>
          <a:p>
            <a:pPr lvl="3"/>
            <a:r>
              <a:t>Body Level Four</a:t>
            </a:r>
          </a:p>
          <a:p>
            <a:pPr lvl="4"/>
            <a:r>
              <a:t>Body Level Five</a:t>
            </a:r>
          </a:p>
        </p:txBody>
      </p:sp>
      <p:sp>
        <p:nvSpPr>
          <p:cNvPr id="5" name="Slide Number">
            <a:extLst>
              <a:ext uri="{FF2B5EF4-FFF2-40B4-BE49-F238E27FC236}">
                <a16:creationId xmlns:a16="http://schemas.microsoft.com/office/drawing/2014/main" id="{D383E5C3-EF23-AF83-F2A5-AD01CD39B6C1}"/>
              </a:ext>
            </a:extLst>
          </p:cNvPr>
          <p:cNvSpPr txBox="1">
            <a:spLocks noGrp="1" noChangeArrowheads="1"/>
          </p:cNvSpPr>
          <p:nvPr>
            <p:ph type="sldNum" sz="quarter" idx="10"/>
          </p:nvPr>
        </p:nvSpPr>
        <p:spPr>
          <a:xfrm>
            <a:off x="8636000" y="6319838"/>
            <a:ext cx="327025" cy="271462"/>
          </a:xfrm>
        </p:spPr>
        <p:txBody>
          <a:bodyPr anchor="ctr"/>
          <a:lstStyle>
            <a:lvl1pPr>
              <a:defRPr sz="1400">
                <a:solidFill>
                  <a:srgbClr val="FFFFFF"/>
                </a:solidFill>
                <a:latin typeface="Rockwell Bold" panose="02060803030505020403" pitchFamily="18" charset="0"/>
                <a:sym typeface="Rockwell Bold" panose="02060803030505020403" pitchFamily="18" charset="0"/>
              </a:defRPr>
            </a:lvl1pPr>
          </a:lstStyle>
          <a:p>
            <a:fld id="{6C28EDE5-0C7B-40A0-AC79-BD1F17A19DC7}" type="slidenum">
              <a:rPr lang="en-US" altLang="en-US"/>
              <a:pPr/>
              <a:t>‹#›</a:t>
            </a:fld>
            <a:endParaRPr lang="en-US" altLang="en-US"/>
          </a:p>
        </p:txBody>
      </p:sp>
    </p:spTree>
    <p:extLst>
      <p:ext uri="{BB962C8B-B14F-4D97-AF65-F5344CB8AC3E}">
        <p14:creationId xmlns:p14="http://schemas.microsoft.com/office/powerpoint/2010/main" val="246051976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TWO_OBJECTS">
    <p:spTree>
      <p:nvGrpSpPr>
        <p:cNvPr id="1" name=""/>
        <p:cNvGrpSpPr/>
        <p:nvPr/>
      </p:nvGrpSpPr>
      <p:grpSpPr>
        <a:xfrm>
          <a:off x="0" y="0"/>
          <a:ext cx="0" cy="0"/>
          <a:chOff x="0" y="0"/>
          <a:chExt cx="0" cy="0"/>
        </a:xfrm>
      </p:grpSpPr>
      <p:grpSp>
        <p:nvGrpSpPr>
          <p:cNvPr id="2" name="Google Shape;112;g1f685ef6d38_0_259">
            <a:extLst>
              <a:ext uri="{FF2B5EF4-FFF2-40B4-BE49-F238E27FC236}">
                <a16:creationId xmlns:a16="http://schemas.microsoft.com/office/drawing/2014/main" id="{93387F62-63E6-C5F8-99D4-C43EB4FB3608}"/>
              </a:ext>
            </a:extLst>
          </p:cNvPr>
          <p:cNvGrpSpPr>
            <a:grpSpLocks/>
          </p:cNvGrpSpPr>
          <p:nvPr/>
        </p:nvGrpSpPr>
        <p:grpSpPr bwMode="auto">
          <a:xfrm>
            <a:off x="8551863" y="6229350"/>
            <a:ext cx="342900" cy="457200"/>
            <a:chOff x="0" y="0"/>
            <a:chExt cx="342938" cy="457232"/>
          </a:xfrm>
        </p:grpSpPr>
        <p:sp>
          <p:nvSpPr>
            <p:cNvPr id="3" name="Google Shape;113;g1f685ef6d38_0_259">
              <a:extLst>
                <a:ext uri="{FF2B5EF4-FFF2-40B4-BE49-F238E27FC236}">
                  <a16:creationId xmlns:a16="http://schemas.microsoft.com/office/drawing/2014/main" id="{CC79FBBE-88DB-74A3-6449-764589B76440}"/>
                </a:ext>
              </a:extLst>
            </p:cNvPr>
            <p:cNvSpPr>
              <a:spLocks noChangeArrowheads="1"/>
            </p:cNvSpPr>
            <p:nvPr/>
          </p:nvSpPr>
          <p:spPr bwMode="auto">
            <a:xfrm>
              <a:off x="-1" y="0"/>
              <a:ext cx="342940" cy="457233"/>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4" name="Google Shape;114;g1f685ef6d38_0_259">
              <a:extLst>
                <a:ext uri="{FF2B5EF4-FFF2-40B4-BE49-F238E27FC236}">
                  <a16:creationId xmlns:a16="http://schemas.microsoft.com/office/drawing/2014/main" id="{E68416B5-A265-76BC-62C4-6DFE82B9E47D}"/>
                </a:ext>
              </a:extLst>
            </p:cNvPr>
            <p:cNvSpPr/>
            <p:nvPr/>
          </p:nvSpPr>
          <p:spPr>
            <a:xfrm>
              <a:off x="22227" y="28577"/>
              <a:ext cx="298483" cy="400078"/>
            </a:xfrm>
            <a:prstGeom prst="ellipse">
              <a:avLst/>
            </a:prstGeom>
            <a:noFill/>
            <a:ln w="127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176" name="Title Text"/>
          <p:cNvSpPr txBox="1">
            <a:spLocks noGrp="1"/>
          </p:cNvSpPr>
          <p:nvPr>
            <p:ph type="title"/>
          </p:nvPr>
        </p:nvSpPr>
        <p:spPr>
          <a:xfrm>
            <a:off x="802386" y="484631"/>
            <a:ext cx="7543801" cy="1609202"/>
          </a:xfrm>
          <a:prstGeom prst="rect">
            <a:avLst/>
          </a:prstGeom>
        </p:spPr>
        <p:txBody>
          <a:bodyPr anchor="ctr"/>
          <a:lstStyle>
            <a:lvl1pPr>
              <a:lnSpc>
                <a:spcPct val="90000"/>
              </a:lnSpc>
              <a:defRPr sz="5400">
                <a:solidFill>
                  <a:srgbClr val="000000"/>
                </a:solidFill>
                <a:latin typeface="Rockwell"/>
                <a:ea typeface="Rockwell"/>
                <a:cs typeface="Rockwell"/>
                <a:sym typeface="Rockwell"/>
              </a:defRPr>
            </a:lvl1pPr>
          </a:lstStyle>
          <a:p>
            <a:r>
              <a:t>Title Text</a:t>
            </a:r>
          </a:p>
        </p:txBody>
      </p:sp>
      <p:sp>
        <p:nvSpPr>
          <p:cNvPr id="177" name="Body Level One…"/>
          <p:cNvSpPr txBox="1">
            <a:spLocks noGrp="1"/>
          </p:cNvSpPr>
          <p:nvPr>
            <p:ph type="body" sz="half" idx="1"/>
          </p:nvPr>
        </p:nvSpPr>
        <p:spPr>
          <a:xfrm>
            <a:off x="802386" y="2194560"/>
            <a:ext cx="3566401" cy="3977700"/>
          </a:xfrm>
          <a:prstGeom prst="rect">
            <a:avLst/>
          </a:prstGeom>
        </p:spPr>
        <p:txBody>
          <a:bodyPr/>
          <a:lstStyle>
            <a:lvl1pPr indent="-33655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1pPr>
            <a:lvl2pPr marL="950594" indent="-36195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2pPr>
            <a:lvl3pPr marL="1450339" indent="-39370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3pPr>
            <a:lvl4pPr marL="1907539" indent="-39370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4pPr>
            <a:lvl5pPr marL="2364739" indent="-393700">
              <a:lnSpc>
                <a:spcPct val="90000"/>
              </a:lnSpc>
              <a:spcBef>
                <a:spcPts val="1200"/>
              </a:spcBef>
              <a:buClr>
                <a:srgbClr val="9E3611"/>
              </a:buClr>
              <a:buSzPts val="2000"/>
              <a:defRPr sz="2000">
                <a:solidFill>
                  <a:srgbClr val="000000"/>
                </a:solidFill>
                <a:latin typeface="Rockwell"/>
                <a:ea typeface="Rockwell"/>
                <a:cs typeface="Rockwell"/>
                <a:sym typeface="Rockwell"/>
              </a:defRPr>
            </a:lvl5pPr>
          </a:lstStyle>
          <a:p>
            <a:r>
              <a:t>Body Level One</a:t>
            </a:r>
          </a:p>
          <a:p>
            <a:pPr lvl="1"/>
            <a:r>
              <a:t>Body Level Two</a:t>
            </a:r>
          </a:p>
          <a:p>
            <a:pPr lvl="2"/>
            <a:r>
              <a:t>Body Level Three</a:t>
            </a:r>
          </a:p>
          <a:p>
            <a:pPr lvl="3"/>
            <a:r>
              <a:t>Body Level Four</a:t>
            </a:r>
          </a:p>
          <a:p>
            <a:pPr lvl="4"/>
            <a:r>
              <a:t>Body Level Five</a:t>
            </a:r>
          </a:p>
        </p:txBody>
      </p:sp>
      <p:sp>
        <p:nvSpPr>
          <p:cNvPr id="178" name="Google Shape;137;g1f685ef6d38_0_286"/>
          <p:cNvSpPr txBox="1">
            <a:spLocks noGrp="1"/>
          </p:cNvSpPr>
          <p:nvPr>
            <p:ph type="body" sz="half" idx="21"/>
          </p:nvPr>
        </p:nvSpPr>
        <p:spPr>
          <a:xfrm>
            <a:off x="4773167" y="2194560"/>
            <a:ext cx="3566402" cy="3977700"/>
          </a:xfrm>
          <a:prstGeom prst="rect">
            <a:avLst/>
          </a:prstGeom>
        </p:spPr>
        <p:txBody>
          <a:bodyPr/>
          <a:lstStyle/>
          <a:p>
            <a:endParaRPr/>
          </a:p>
        </p:txBody>
      </p:sp>
      <p:sp>
        <p:nvSpPr>
          <p:cNvPr id="5" name="Slide Number">
            <a:extLst>
              <a:ext uri="{FF2B5EF4-FFF2-40B4-BE49-F238E27FC236}">
                <a16:creationId xmlns:a16="http://schemas.microsoft.com/office/drawing/2014/main" id="{6BBEDBDB-4148-C73E-B798-273DE3A10249}"/>
              </a:ext>
            </a:extLst>
          </p:cNvPr>
          <p:cNvSpPr txBox="1">
            <a:spLocks noGrp="1" noChangeArrowheads="1"/>
          </p:cNvSpPr>
          <p:nvPr>
            <p:ph type="sldNum" sz="quarter" idx="22"/>
          </p:nvPr>
        </p:nvSpPr>
        <p:spPr>
          <a:xfrm>
            <a:off x="8636000" y="6319838"/>
            <a:ext cx="327025" cy="271462"/>
          </a:xfrm>
        </p:spPr>
        <p:txBody>
          <a:bodyPr anchor="ctr"/>
          <a:lstStyle>
            <a:lvl1pPr>
              <a:defRPr sz="1400">
                <a:solidFill>
                  <a:srgbClr val="FFFFFF"/>
                </a:solidFill>
                <a:latin typeface="Rockwell Bold" panose="02060803030505020403" pitchFamily="18" charset="0"/>
                <a:sym typeface="Rockwell Bold" panose="02060803030505020403" pitchFamily="18" charset="0"/>
              </a:defRPr>
            </a:lvl1pPr>
          </a:lstStyle>
          <a:p>
            <a:fld id="{0AC50086-7139-49D2-AA07-82418753610A}" type="slidenum">
              <a:rPr lang="en-US" altLang="en-US"/>
              <a:pPr/>
              <a:t>‹#›</a:t>
            </a:fld>
            <a:endParaRPr lang="en-US" altLang="en-US"/>
          </a:p>
        </p:txBody>
      </p:sp>
    </p:spTree>
    <p:extLst>
      <p:ext uri="{BB962C8B-B14F-4D97-AF65-F5344CB8AC3E}">
        <p14:creationId xmlns:p14="http://schemas.microsoft.com/office/powerpoint/2010/main" val="1369731284"/>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grpSp>
        <p:nvGrpSpPr>
          <p:cNvPr id="2" name="Google Shape;112;g1f685ef6d38_0_259">
            <a:extLst>
              <a:ext uri="{FF2B5EF4-FFF2-40B4-BE49-F238E27FC236}">
                <a16:creationId xmlns:a16="http://schemas.microsoft.com/office/drawing/2014/main" id="{E41CAE78-9EB2-3724-31B0-76B0C0491B3C}"/>
              </a:ext>
            </a:extLst>
          </p:cNvPr>
          <p:cNvGrpSpPr>
            <a:grpSpLocks/>
          </p:cNvGrpSpPr>
          <p:nvPr/>
        </p:nvGrpSpPr>
        <p:grpSpPr bwMode="auto">
          <a:xfrm>
            <a:off x="8551863" y="6229350"/>
            <a:ext cx="342900" cy="457200"/>
            <a:chOff x="0" y="0"/>
            <a:chExt cx="342938" cy="457232"/>
          </a:xfrm>
        </p:grpSpPr>
        <p:sp>
          <p:nvSpPr>
            <p:cNvPr id="3" name="Google Shape;113;g1f685ef6d38_0_259">
              <a:extLst>
                <a:ext uri="{FF2B5EF4-FFF2-40B4-BE49-F238E27FC236}">
                  <a16:creationId xmlns:a16="http://schemas.microsoft.com/office/drawing/2014/main" id="{F64EAD70-3916-87C5-3A63-4C725DD32ED3}"/>
                </a:ext>
              </a:extLst>
            </p:cNvPr>
            <p:cNvSpPr>
              <a:spLocks noChangeArrowheads="1"/>
            </p:cNvSpPr>
            <p:nvPr/>
          </p:nvSpPr>
          <p:spPr bwMode="auto">
            <a:xfrm>
              <a:off x="-1" y="0"/>
              <a:ext cx="342940" cy="457233"/>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4" name="Google Shape;114;g1f685ef6d38_0_259">
              <a:extLst>
                <a:ext uri="{FF2B5EF4-FFF2-40B4-BE49-F238E27FC236}">
                  <a16:creationId xmlns:a16="http://schemas.microsoft.com/office/drawing/2014/main" id="{9F410D82-6193-DCFD-E9AC-E7EC0B4BDCB0}"/>
                </a:ext>
              </a:extLst>
            </p:cNvPr>
            <p:cNvSpPr/>
            <p:nvPr/>
          </p:nvSpPr>
          <p:spPr>
            <a:xfrm>
              <a:off x="22227" y="28577"/>
              <a:ext cx="298483" cy="400078"/>
            </a:xfrm>
            <a:prstGeom prst="ellipse">
              <a:avLst/>
            </a:prstGeom>
            <a:noFill/>
            <a:ln w="127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5" name="Slide Number">
            <a:extLst>
              <a:ext uri="{FF2B5EF4-FFF2-40B4-BE49-F238E27FC236}">
                <a16:creationId xmlns:a16="http://schemas.microsoft.com/office/drawing/2014/main" id="{AFA3D6BF-DB5C-1CC8-B37F-D99A073349E2}"/>
              </a:ext>
            </a:extLst>
          </p:cNvPr>
          <p:cNvSpPr txBox="1">
            <a:spLocks noGrp="1" noChangeArrowheads="1"/>
          </p:cNvSpPr>
          <p:nvPr>
            <p:ph type="sldNum" sz="quarter" idx="10"/>
          </p:nvPr>
        </p:nvSpPr>
        <p:spPr>
          <a:xfrm>
            <a:off x="8636000" y="6319838"/>
            <a:ext cx="327025" cy="271462"/>
          </a:xfrm>
        </p:spPr>
        <p:txBody>
          <a:bodyPr anchor="ctr"/>
          <a:lstStyle>
            <a:lvl1pPr>
              <a:defRPr sz="1400">
                <a:solidFill>
                  <a:srgbClr val="FFFFFF"/>
                </a:solidFill>
                <a:latin typeface="Rockwell Bold" panose="02060803030505020403" pitchFamily="18" charset="0"/>
                <a:sym typeface="Rockwell Bold" panose="02060803030505020403" pitchFamily="18" charset="0"/>
              </a:defRPr>
            </a:lvl1pPr>
          </a:lstStyle>
          <a:p>
            <a:fld id="{EE086708-D675-46E0-B897-04382A4A7FF1}" type="slidenum">
              <a:rPr lang="en-US" altLang="en-US"/>
              <a:pPr/>
              <a:t>‹#›</a:t>
            </a:fld>
            <a:endParaRPr lang="en-US" altLang="en-US"/>
          </a:p>
        </p:txBody>
      </p:sp>
    </p:spTree>
    <p:extLst>
      <p:ext uri="{BB962C8B-B14F-4D97-AF65-F5344CB8AC3E}">
        <p14:creationId xmlns:p14="http://schemas.microsoft.com/office/powerpoint/2010/main" val="4193152549"/>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SECTION_HEADER">
    <p:spTree>
      <p:nvGrpSpPr>
        <p:cNvPr id="1" name=""/>
        <p:cNvGrpSpPr/>
        <p:nvPr/>
      </p:nvGrpSpPr>
      <p:grpSpPr>
        <a:xfrm>
          <a:off x="0" y="0"/>
          <a:ext cx="0" cy="0"/>
          <a:chOff x="0" y="0"/>
          <a:chExt cx="0" cy="0"/>
        </a:xfrm>
      </p:grpSpPr>
      <p:sp>
        <p:nvSpPr>
          <p:cNvPr id="2" name="Google Shape;146;g1f685ef6d38_0_297">
            <a:extLst>
              <a:ext uri="{FF2B5EF4-FFF2-40B4-BE49-F238E27FC236}">
                <a16:creationId xmlns:a16="http://schemas.microsoft.com/office/drawing/2014/main" id="{1AA6A37B-247F-9DD1-D786-B92CDFF323AA}"/>
              </a:ext>
            </a:extLst>
          </p:cNvPr>
          <p:cNvSpPr>
            <a:spLocks noChangeArrowheads="1"/>
          </p:cNvSpPr>
          <p:nvPr/>
        </p:nvSpPr>
        <p:spPr bwMode="auto">
          <a:xfrm>
            <a:off x="0" y="4918075"/>
            <a:ext cx="9144000" cy="1939925"/>
          </a:xfrm>
          <a:prstGeom prst="rect">
            <a:avLst/>
          </a:prstGeom>
          <a:solidFill>
            <a:srgbClr val="FFFFFF"/>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eaLnBrk="1"/>
            <a:endParaRPr lang="en-US" altLang="en-US"/>
          </a:p>
        </p:txBody>
      </p:sp>
      <p:grpSp>
        <p:nvGrpSpPr>
          <p:cNvPr id="3" name="Google Shape;151;g1f685ef6d38_0_297">
            <a:extLst>
              <a:ext uri="{FF2B5EF4-FFF2-40B4-BE49-F238E27FC236}">
                <a16:creationId xmlns:a16="http://schemas.microsoft.com/office/drawing/2014/main" id="{94A44043-A47A-3079-1613-6B8A54951317}"/>
              </a:ext>
            </a:extLst>
          </p:cNvPr>
          <p:cNvGrpSpPr>
            <a:grpSpLocks/>
          </p:cNvGrpSpPr>
          <p:nvPr/>
        </p:nvGrpSpPr>
        <p:grpSpPr bwMode="auto">
          <a:xfrm>
            <a:off x="673100" y="2325688"/>
            <a:ext cx="811213" cy="1081087"/>
            <a:chOff x="0" y="0"/>
            <a:chExt cx="810676" cy="1080900"/>
          </a:xfrm>
        </p:grpSpPr>
        <p:sp>
          <p:nvSpPr>
            <p:cNvPr id="4" name="Google Shape;152;g1f685ef6d38_0_297">
              <a:extLst>
                <a:ext uri="{FF2B5EF4-FFF2-40B4-BE49-F238E27FC236}">
                  <a16:creationId xmlns:a16="http://schemas.microsoft.com/office/drawing/2014/main" id="{D10D5B78-037C-D1D9-3D4A-3E38C851BEEB}"/>
                </a:ext>
              </a:extLst>
            </p:cNvPr>
            <p:cNvSpPr>
              <a:spLocks noChangeArrowheads="1"/>
            </p:cNvSpPr>
            <p:nvPr/>
          </p:nvSpPr>
          <p:spPr bwMode="auto">
            <a:xfrm>
              <a:off x="-1" y="-1"/>
              <a:ext cx="810678" cy="1080902"/>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5" name="Google Shape;153;g1f685ef6d38_0_297">
              <a:extLst>
                <a:ext uri="{FF2B5EF4-FFF2-40B4-BE49-F238E27FC236}">
                  <a16:creationId xmlns:a16="http://schemas.microsoft.com/office/drawing/2014/main" id="{031DBF12-EC02-B429-C0FD-2A7FB9EC3688}"/>
                </a:ext>
              </a:extLst>
            </p:cNvPr>
            <p:cNvSpPr/>
            <p:nvPr/>
          </p:nvSpPr>
          <p:spPr>
            <a:xfrm>
              <a:off x="80909" y="107931"/>
              <a:ext cx="648857" cy="865037"/>
            </a:xfrm>
            <a:prstGeom prst="ellipse">
              <a:avLst/>
            </a:prstGeom>
            <a:noFill/>
            <a:ln w="254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197" name="Title Text"/>
          <p:cNvSpPr txBox="1">
            <a:spLocks noGrp="1"/>
          </p:cNvSpPr>
          <p:nvPr>
            <p:ph type="title"/>
          </p:nvPr>
        </p:nvSpPr>
        <p:spPr>
          <a:xfrm>
            <a:off x="1625346" y="1225296"/>
            <a:ext cx="6960900" cy="3520500"/>
          </a:xfrm>
          <a:prstGeom prst="rect">
            <a:avLst/>
          </a:prstGeom>
        </p:spPr>
        <p:txBody>
          <a:bodyPr anchor="ctr"/>
          <a:lstStyle>
            <a:lvl1pPr>
              <a:lnSpc>
                <a:spcPct val="80000"/>
              </a:lnSpc>
              <a:defRPr sz="8000">
                <a:solidFill>
                  <a:srgbClr val="000000"/>
                </a:solidFill>
                <a:latin typeface="Rockwell"/>
                <a:ea typeface="Rockwell"/>
                <a:cs typeface="Rockwell"/>
                <a:sym typeface="Rockwell"/>
              </a:defRPr>
            </a:lvl1pPr>
          </a:lstStyle>
          <a:p>
            <a:r>
              <a:t>Title Text</a:t>
            </a:r>
          </a:p>
        </p:txBody>
      </p:sp>
      <p:sp>
        <p:nvSpPr>
          <p:cNvPr id="198" name="Body Level One…"/>
          <p:cNvSpPr txBox="1">
            <a:spLocks noGrp="1"/>
          </p:cNvSpPr>
          <p:nvPr>
            <p:ph type="body" sz="quarter" idx="1"/>
          </p:nvPr>
        </p:nvSpPr>
        <p:spPr>
          <a:xfrm>
            <a:off x="1624330" y="5020055"/>
            <a:ext cx="6789302" cy="1066801"/>
          </a:xfrm>
          <a:prstGeom prst="rect">
            <a:avLst/>
          </a:prstGeom>
        </p:spPr>
        <p:txBody>
          <a:bodyPr/>
          <a:lstStyle>
            <a:lvl1pPr marL="228600" indent="0">
              <a:lnSpc>
                <a:spcPct val="90000"/>
              </a:lnSpc>
              <a:spcBef>
                <a:spcPts val="1200"/>
              </a:spcBef>
              <a:buClrTx/>
              <a:buSzTx/>
              <a:buFontTx/>
              <a:buNone/>
              <a:defRPr sz="2000">
                <a:solidFill>
                  <a:srgbClr val="000000"/>
                </a:solidFill>
                <a:latin typeface="Rockwell"/>
                <a:ea typeface="Rockwell"/>
                <a:cs typeface="Rockwell"/>
                <a:sym typeface="Rockwell"/>
              </a:defRPr>
            </a:lvl1pPr>
            <a:lvl2pPr marL="228600" indent="457200">
              <a:lnSpc>
                <a:spcPct val="90000"/>
              </a:lnSpc>
              <a:spcBef>
                <a:spcPts val="1200"/>
              </a:spcBef>
              <a:buClrTx/>
              <a:buSzTx/>
              <a:buFontTx/>
              <a:buNone/>
              <a:defRPr sz="2000">
                <a:solidFill>
                  <a:srgbClr val="000000"/>
                </a:solidFill>
                <a:latin typeface="Rockwell"/>
                <a:ea typeface="Rockwell"/>
                <a:cs typeface="Rockwell"/>
                <a:sym typeface="Rockwell"/>
              </a:defRPr>
            </a:lvl2pPr>
            <a:lvl3pPr marL="228600" indent="914400">
              <a:lnSpc>
                <a:spcPct val="90000"/>
              </a:lnSpc>
              <a:spcBef>
                <a:spcPts val="1200"/>
              </a:spcBef>
              <a:buClrTx/>
              <a:buSzTx/>
              <a:buFontTx/>
              <a:buNone/>
              <a:defRPr sz="2000">
                <a:solidFill>
                  <a:srgbClr val="000000"/>
                </a:solidFill>
                <a:latin typeface="Rockwell"/>
                <a:ea typeface="Rockwell"/>
                <a:cs typeface="Rockwell"/>
                <a:sym typeface="Rockwell"/>
              </a:defRPr>
            </a:lvl3pPr>
            <a:lvl4pPr marL="228600" indent="1371600">
              <a:lnSpc>
                <a:spcPct val="90000"/>
              </a:lnSpc>
              <a:spcBef>
                <a:spcPts val="1200"/>
              </a:spcBef>
              <a:buClrTx/>
              <a:buSzTx/>
              <a:buFontTx/>
              <a:buNone/>
              <a:defRPr sz="2000">
                <a:solidFill>
                  <a:srgbClr val="000000"/>
                </a:solidFill>
                <a:latin typeface="Rockwell"/>
                <a:ea typeface="Rockwell"/>
                <a:cs typeface="Rockwell"/>
                <a:sym typeface="Rockwell"/>
              </a:defRPr>
            </a:lvl4pPr>
            <a:lvl5pPr marL="228600" indent="1828800">
              <a:lnSpc>
                <a:spcPct val="90000"/>
              </a:lnSpc>
              <a:spcBef>
                <a:spcPts val="1200"/>
              </a:spcBef>
              <a:buClrTx/>
              <a:buSzTx/>
              <a:buFontTx/>
              <a:buNone/>
              <a:defRPr sz="2000">
                <a:solidFill>
                  <a:srgbClr val="000000"/>
                </a:solidFill>
                <a:latin typeface="Rockwell"/>
                <a:ea typeface="Rockwell"/>
                <a:cs typeface="Rockwell"/>
                <a:sym typeface="Rockwell"/>
              </a:defRPr>
            </a:lvl5pPr>
          </a:lstStyle>
          <a:p>
            <a:r>
              <a:t>Body Level One</a:t>
            </a:r>
          </a:p>
          <a:p>
            <a:pPr lvl="1"/>
            <a:r>
              <a:t>Body Level Two</a:t>
            </a:r>
          </a:p>
          <a:p>
            <a:pPr lvl="2"/>
            <a:r>
              <a:t>Body Level Three</a:t>
            </a:r>
          </a:p>
          <a:p>
            <a:pPr lvl="3"/>
            <a:r>
              <a:t>Body Level Four</a:t>
            </a:r>
          </a:p>
          <a:p>
            <a:pPr lvl="4"/>
            <a:r>
              <a:t>Body Level Five</a:t>
            </a:r>
          </a:p>
        </p:txBody>
      </p:sp>
      <p:sp>
        <p:nvSpPr>
          <p:cNvPr id="6" name="Slide Number">
            <a:extLst>
              <a:ext uri="{FF2B5EF4-FFF2-40B4-BE49-F238E27FC236}">
                <a16:creationId xmlns:a16="http://schemas.microsoft.com/office/drawing/2014/main" id="{2B604C2B-5D2B-52EA-5C8D-ABF48950E6A5}"/>
              </a:ext>
            </a:extLst>
          </p:cNvPr>
          <p:cNvSpPr txBox="1">
            <a:spLocks noGrp="1" noChangeArrowheads="1"/>
          </p:cNvSpPr>
          <p:nvPr>
            <p:ph type="sldNum" sz="quarter" idx="10"/>
          </p:nvPr>
        </p:nvSpPr>
        <p:spPr>
          <a:xfrm>
            <a:off x="971550" y="2640013"/>
            <a:ext cx="552450" cy="452437"/>
          </a:xfrm>
        </p:spPr>
        <p:txBody>
          <a:bodyPr anchor="ctr"/>
          <a:lstStyle>
            <a:lvl1pPr>
              <a:defRPr sz="2800">
                <a:solidFill>
                  <a:srgbClr val="FFFFFF"/>
                </a:solidFill>
                <a:latin typeface="Rockwell Bold" panose="02060803030505020403" pitchFamily="18" charset="0"/>
                <a:sym typeface="Rockwell Bold" panose="02060803030505020403" pitchFamily="18" charset="0"/>
              </a:defRPr>
            </a:lvl1pPr>
          </a:lstStyle>
          <a:p>
            <a:fld id="{53769D23-5105-48AF-9F7C-2CBC52042CE0}" type="slidenum">
              <a:rPr lang="en-US" altLang="en-US"/>
              <a:pPr/>
              <a:t>‹#›</a:t>
            </a:fld>
            <a:endParaRPr lang="en-US" altLang="en-US"/>
          </a:p>
        </p:txBody>
      </p:sp>
    </p:spTree>
    <p:extLst>
      <p:ext uri="{BB962C8B-B14F-4D97-AF65-F5344CB8AC3E}">
        <p14:creationId xmlns:p14="http://schemas.microsoft.com/office/powerpoint/2010/main" val="627442448"/>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TWO_OBJECTS_WITH_TEXT">
    <p:spTree>
      <p:nvGrpSpPr>
        <p:cNvPr id="1" name=""/>
        <p:cNvGrpSpPr/>
        <p:nvPr/>
      </p:nvGrpSpPr>
      <p:grpSpPr>
        <a:xfrm>
          <a:off x="0" y="0"/>
          <a:ext cx="0" cy="0"/>
          <a:chOff x="0" y="0"/>
          <a:chExt cx="0" cy="0"/>
        </a:xfrm>
      </p:grpSpPr>
      <p:grpSp>
        <p:nvGrpSpPr>
          <p:cNvPr id="2" name="Google Shape;112;g1f685ef6d38_0_259">
            <a:extLst>
              <a:ext uri="{FF2B5EF4-FFF2-40B4-BE49-F238E27FC236}">
                <a16:creationId xmlns:a16="http://schemas.microsoft.com/office/drawing/2014/main" id="{A2651C26-DD43-FAC4-626C-8135701AB554}"/>
              </a:ext>
            </a:extLst>
          </p:cNvPr>
          <p:cNvGrpSpPr>
            <a:grpSpLocks/>
          </p:cNvGrpSpPr>
          <p:nvPr/>
        </p:nvGrpSpPr>
        <p:grpSpPr bwMode="auto">
          <a:xfrm>
            <a:off x="8551863" y="6229350"/>
            <a:ext cx="342900" cy="457200"/>
            <a:chOff x="0" y="0"/>
            <a:chExt cx="342938" cy="457232"/>
          </a:xfrm>
        </p:grpSpPr>
        <p:sp>
          <p:nvSpPr>
            <p:cNvPr id="3" name="Google Shape;113;g1f685ef6d38_0_259">
              <a:extLst>
                <a:ext uri="{FF2B5EF4-FFF2-40B4-BE49-F238E27FC236}">
                  <a16:creationId xmlns:a16="http://schemas.microsoft.com/office/drawing/2014/main" id="{499CEE49-7303-F723-CC4A-564696256A73}"/>
                </a:ext>
              </a:extLst>
            </p:cNvPr>
            <p:cNvSpPr>
              <a:spLocks noChangeArrowheads="1"/>
            </p:cNvSpPr>
            <p:nvPr/>
          </p:nvSpPr>
          <p:spPr bwMode="auto">
            <a:xfrm>
              <a:off x="-1" y="0"/>
              <a:ext cx="342940" cy="457233"/>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4" name="Google Shape;114;g1f685ef6d38_0_259">
              <a:extLst>
                <a:ext uri="{FF2B5EF4-FFF2-40B4-BE49-F238E27FC236}">
                  <a16:creationId xmlns:a16="http://schemas.microsoft.com/office/drawing/2014/main" id="{96D0C041-43B7-F150-A34F-F240699FFEC0}"/>
                </a:ext>
              </a:extLst>
            </p:cNvPr>
            <p:cNvSpPr/>
            <p:nvPr/>
          </p:nvSpPr>
          <p:spPr>
            <a:xfrm>
              <a:off x="22227" y="28577"/>
              <a:ext cx="298483" cy="400078"/>
            </a:xfrm>
            <a:prstGeom prst="ellipse">
              <a:avLst/>
            </a:prstGeom>
            <a:noFill/>
            <a:ln w="127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212" name="Title Text"/>
          <p:cNvSpPr txBox="1">
            <a:spLocks noGrp="1"/>
          </p:cNvSpPr>
          <p:nvPr>
            <p:ph type="title"/>
          </p:nvPr>
        </p:nvSpPr>
        <p:spPr>
          <a:xfrm>
            <a:off x="802386" y="484631"/>
            <a:ext cx="7543801" cy="1609202"/>
          </a:xfrm>
          <a:prstGeom prst="rect">
            <a:avLst/>
          </a:prstGeom>
        </p:spPr>
        <p:txBody>
          <a:bodyPr anchor="ctr"/>
          <a:lstStyle>
            <a:lvl1pPr>
              <a:lnSpc>
                <a:spcPct val="90000"/>
              </a:lnSpc>
              <a:defRPr sz="5400">
                <a:solidFill>
                  <a:srgbClr val="000000"/>
                </a:solidFill>
                <a:latin typeface="Rockwell"/>
                <a:ea typeface="Rockwell"/>
                <a:cs typeface="Rockwell"/>
                <a:sym typeface="Rockwell"/>
              </a:defRPr>
            </a:lvl1pPr>
          </a:lstStyle>
          <a:p>
            <a:r>
              <a:t>Title Text</a:t>
            </a:r>
          </a:p>
        </p:txBody>
      </p:sp>
      <p:sp>
        <p:nvSpPr>
          <p:cNvPr id="213" name="Body Level One…"/>
          <p:cNvSpPr txBox="1">
            <a:spLocks noGrp="1"/>
          </p:cNvSpPr>
          <p:nvPr>
            <p:ph type="body" sz="quarter" idx="1"/>
          </p:nvPr>
        </p:nvSpPr>
        <p:spPr>
          <a:xfrm>
            <a:off x="800100" y="2048255"/>
            <a:ext cx="3566401" cy="640202"/>
          </a:xfrm>
          <a:prstGeom prst="rect">
            <a:avLst/>
          </a:prstGeom>
        </p:spPr>
        <p:txBody>
          <a:bodyPr anchor="ctr"/>
          <a:lstStyle>
            <a:lvl1pPr marL="228600" indent="0">
              <a:lnSpc>
                <a:spcPct val="90000"/>
              </a:lnSpc>
              <a:spcBef>
                <a:spcPts val="1200"/>
              </a:spcBef>
              <a:buClrTx/>
              <a:buSzTx/>
              <a:buFontTx/>
              <a:buNone/>
              <a:defRPr sz="2000">
                <a:solidFill>
                  <a:srgbClr val="9E3611"/>
                </a:solidFill>
                <a:latin typeface="Rockwell Bold"/>
                <a:ea typeface="Rockwell Bold"/>
                <a:cs typeface="Rockwell Bold"/>
                <a:sym typeface="Rockwell Bold"/>
              </a:defRPr>
            </a:lvl1pPr>
            <a:lvl2pPr marL="228600" indent="457200">
              <a:lnSpc>
                <a:spcPct val="90000"/>
              </a:lnSpc>
              <a:spcBef>
                <a:spcPts val="1200"/>
              </a:spcBef>
              <a:buClrTx/>
              <a:buSzTx/>
              <a:buFontTx/>
              <a:buNone/>
              <a:defRPr sz="2000">
                <a:solidFill>
                  <a:srgbClr val="9E3611"/>
                </a:solidFill>
                <a:latin typeface="Rockwell Bold"/>
                <a:ea typeface="Rockwell Bold"/>
                <a:cs typeface="Rockwell Bold"/>
                <a:sym typeface="Rockwell Bold"/>
              </a:defRPr>
            </a:lvl2pPr>
            <a:lvl3pPr marL="228600" indent="914400">
              <a:lnSpc>
                <a:spcPct val="90000"/>
              </a:lnSpc>
              <a:spcBef>
                <a:spcPts val="1200"/>
              </a:spcBef>
              <a:buClrTx/>
              <a:buSzTx/>
              <a:buFontTx/>
              <a:buNone/>
              <a:defRPr sz="2000">
                <a:solidFill>
                  <a:srgbClr val="9E3611"/>
                </a:solidFill>
                <a:latin typeface="Rockwell Bold"/>
                <a:ea typeface="Rockwell Bold"/>
                <a:cs typeface="Rockwell Bold"/>
                <a:sym typeface="Rockwell Bold"/>
              </a:defRPr>
            </a:lvl3pPr>
            <a:lvl4pPr marL="228600" indent="1371600">
              <a:lnSpc>
                <a:spcPct val="90000"/>
              </a:lnSpc>
              <a:spcBef>
                <a:spcPts val="1200"/>
              </a:spcBef>
              <a:buClrTx/>
              <a:buSzTx/>
              <a:buFontTx/>
              <a:buNone/>
              <a:defRPr sz="2000">
                <a:solidFill>
                  <a:srgbClr val="9E3611"/>
                </a:solidFill>
                <a:latin typeface="Rockwell Bold"/>
                <a:ea typeface="Rockwell Bold"/>
                <a:cs typeface="Rockwell Bold"/>
                <a:sym typeface="Rockwell Bold"/>
              </a:defRPr>
            </a:lvl4pPr>
            <a:lvl5pPr marL="228600" indent="1828800">
              <a:lnSpc>
                <a:spcPct val="90000"/>
              </a:lnSpc>
              <a:spcBef>
                <a:spcPts val="1200"/>
              </a:spcBef>
              <a:buClrTx/>
              <a:buSzTx/>
              <a:buFontTx/>
              <a:buNone/>
              <a:defRPr sz="2000">
                <a:solidFill>
                  <a:srgbClr val="9E3611"/>
                </a:solidFill>
                <a:latin typeface="Rockwell Bold"/>
                <a:ea typeface="Rockwell Bold"/>
                <a:cs typeface="Rockwell Bold"/>
                <a:sym typeface="Rockwell Bold"/>
              </a:defRPr>
            </a:lvl5pPr>
          </a:lstStyle>
          <a:p>
            <a:r>
              <a:t>Body Level One</a:t>
            </a:r>
          </a:p>
          <a:p>
            <a:pPr lvl="1"/>
            <a:r>
              <a:t>Body Level Two</a:t>
            </a:r>
          </a:p>
          <a:p>
            <a:pPr lvl="2"/>
            <a:r>
              <a:t>Body Level Three</a:t>
            </a:r>
          </a:p>
          <a:p>
            <a:pPr lvl="3"/>
            <a:r>
              <a:t>Body Level Four</a:t>
            </a:r>
          </a:p>
          <a:p>
            <a:pPr lvl="4"/>
            <a:r>
              <a:t>Body Level Five</a:t>
            </a:r>
          </a:p>
        </p:txBody>
      </p:sp>
      <p:sp>
        <p:nvSpPr>
          <p:cNvPr id="214" name="Google Shape;158;g1f685ef6d38_0_307"/>
          <p:cNvSpPr txBox="1">
            <a:spLocks noGrp="1"/>
          </p:cNvSpPr>
          <p:nvPr>
            <p:ph type="body" sz="quarter" idx="21"/>
          </p:nvPr>
        </p:nvSpPr>
        <p:spPr>
          <a:xfrm>
            <a:off x="802385" y="2743200"/>
            <a:ext cx="3566402" cy="3291900"/>
          </a:xfrm>
          <a:prstGeom prst="rect">
            <a:avLst/>
          </a:prstGeom>
        </p:spPr>
        <p:txBody>
          <a:bodyPr/>
          <a:lstStyle/>
          <a:p>
            <a:endParaRPr/>
          </a:p>
        </p:txBody>
      </p:sp>
      <p:sp>
        <p:nvSpPr>
          <p:cNvPr id="215" name="Google Shape;159;g1f685ef6d38_0_307"/>
          <p:cNvSpPr txBox="1">
            <a:spLocks noGrp="1"/>
          </p:cNvSpPr>
          <p:nvPr>
            <p:ph type="body" sz="quarter" idx="22"/>
          </p:nvPr>
        </p:nvSpPr>
        <p:spPr>
          <a:xfrm>
            <a:off x="4773167" y="2048255"/>
            <a:ext cx="3566402" cy="640202"/>
          </a:xfrm>
          <a:prstGeom prst="rect">
            <a:avLst/>
          </a:prstGeom>
        </p:spPr>
        <p:txBody>
          <a:bodyPr anchor="ctr"/>
          <a:lstStyle/>
          <a:p>
            <a:endParaRPr/>
          </a:p>
        </p:txBody>
      </p:sp>
      <p:sp>
        <p:nvSpPr>
          <p:cNvPr id="216" name="Google Shape;160;g1f685ef6d38_0_307"/>
          <p:cNvSpPr txBox="1">
            <a:spLocks noGrp="1"/>
          </p:cNvSpPr>
          <p:nvPr>
            <p:ph type="body" sz="quarter" idx="23"/>
          </p:nvPr>
        </p:nvSpPr>
        <p:spPr>
          <a:xfrm>
            <a:off x="4773167" y="2743200"/>
            <a:ext cx="3566402" cy="3291900"/>
          </a:xfrm>
          <a:prstGeom prst="rect">
            <a:avLst/>
          </a:prstGeom>
        </p:spPr>
        <p:txBody>
          <a:bodyPr/>
          <a:lstStyle/>
          <a:p>
            <a:endParaRPr/>
          </a:p>
        </p:txBody>
      </p:sp>
      <p:sp>
        <p:nvSpPr>
          <p:cNvPr id="5" name="Slide Number">
            <a:extLst>
              <a:ext uri="{FF2B5EF4-FFF2-40B4-BE49-F238E27FC236}">
                <a16:creationId xmlns:a16="http://schemas.microsoft.com/office/drawing/2014/main" id="{4CC9674A-F2A6-47B9-3A0F-0FF2D222A00F}"/>
              </a:ext>
            </a:extLst>
          </p:cNvPr>
          <p:cNvSpPr txBox="1">
            <a:spLocks noGrp="1" noChangeArrowheads="1"/>
          </p:cNvSpPr>
          <p:nvPr>
            <p:ph type="sldNum" sz="quarter" idx="24"/>
          </p:nvPr>
        </p:nvSpPr>
        <p:spPr>
          <a:xfrm>
            <a:off x="8636000" y="6319838"/>
            <a:ext cx="327025" cy="271462"/>
          </a:xfrm>
        </p:spPr>
        <p:txBody>
          <a:bodyPr anchor="ctr"/>
          <a:lstStyle>
            <a:lvl1pPr>
              <a:defRPr sz="1400">
                <a:solidFill>
                  <a:srgbClr val="FFFFFF"/>
                </a:solidFill>
                <a:latin typeface="Rockwell Bold" panose="02060803030505020403" pitchFamily="18" charset="0"/>
                <a:sym typeface="Rockwell Bold" panose="02060803030505020403" pitchFamily="18" charset="0"/>
              </a:defRPr>
            </a:lvl1pPr>
          </a:lstStyle>
          <a:p>
            <a:fld id="{464343CE-4876-40DC-BF9C-5D8C929268BF}" type="slidenum">
              <a:rPr lang="en-US" altLang="en-US"/>
              <a:pPr/>
              <a:t>‹#›</a:t>
            </a:fld>
            <a:endParaRPr lang="en-US" altLang="en-US"/>
          </a:p>
        </p:txBody>
      </p:sp>
    </p:spTree>
    <p:extLst>
      <p:ext uri="{BB962C8B-B14F-4D97-AF65-F5344CB8AC3E}">
        <p14:creationId xmlns:p14="http://schemas.microsoft.com/office/powerpoint/2010/main" val="2062636164"/>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TITLE_ONLY">
    <p:spTree>
      <p:nvGrpSpPr>
        <p:cNvPr id="1" name=""/>
        <p:cNvGrpSpPr/>
        <p:nvPr/>
      </p:nvGrpSpPr>
      <p:grpSpPr>
        <a:xfrm>
          <a:off x="0" y="0"/>
          <a:ext cx="0" cy="0"/>
          <a:chOff x="0" y="0"/>
          <a:chExt cx="0" cy="0"/>
        </a:xfrm>
      </p:grpSpPr>
      <p:grpSp>
        <p:nvGrpSpPr>
          <p:cNvPr id="2" name="Google Shape;112;g1f685ef6d38_0_259">
            <a:extLst>
              <a:ext uri="{FF2B5EF4-FFF2-40B4-BE49-F238E27FC236}">
                <a16:creationId xmlns:a16="http://schemas.microsoft.com/office/drawing/2014/main" id="{092B1EA3-2A7C-A68C-C30C-12CDA914708C}"/>
              </a:ext>
            </a:extLst>
          </p:cNvPr>
          <p:cNvGrpSpPr>
            <a:grpSpLocks/>
          </p:cNvGrpSpPr>
          <p:nvPr/>
        </p:nvGrpSpPr>
        <p:grpSpPr bwMode="auto">
          <a:xfrm>
            <a:off x="8551863" y="6229350"/>
            <a:ext cx="342900" cy="457200"/>
            <a:chOff x="0" y="0"/>
            <a:chExt cx="342938" cy="457232"/>
          </a:xfrm>
        </p:grpSpPr>
        <p:sp>
          <p:nvSpPr>
            <p:cNvPr id="3" name="Google Shape;113;g1f685ef6d38_0_259">
              <a:extLst>
                <a:ext uri="{FF2B5EF4-FFF2-40B4-BE49-F238E27FC236}">
                  <a16:creationId xmlns:a16="http://schemas.microsoft.com/office/drawing/2014/main" id="{7AF06815-6A12-DEF0-57BF-BE76BDD58574}"/>
                </a:ext>
              </a:extLst>
            </p:cNvPr>
            <p:cNvSpPr>
              <a:spLocks noChangeArrowheads="1"/>
            </p:cNvSpPr>
            <p:nvPr/>
          </p:nvSpPr>
          <p:spPr bwMode="auto">
            <a:xfrm>
              <a:off x="-1" y="0"/>
              <a:ext cx="342940" cy="457233"/>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4" name="Google Shape;114;g1f685ef6d38_0_259">
              <a:extLst>
                <a:ext uri="{FF2B5EF4-FFF2-40B4-BE49-F238E27FC236}">
                  <a16:creationId xmlns:a16="http://schemas.microsoft.com/office/drawing/2014/main" id="{10BC85EB-C788-4709-866F-9E4AFFBDAF65}"/>
                </a:ext>
              </a:extLst>
            </p:cNvPr>
            <p:cNvSpPr/>
            <p:nvPr/>
          </p:nvSpPr>
          <p:spPr>
            <a:xfrm>
              <a:off x="22227" y="28577"/>
              <a:ext cx="298483" cy="400078"/>
            </a:xfrm>
            <a:prstGeom prst="ellipse">
              <a:avLst/>
            </a:prstGeom>
            <a:noFill/>
            <a:ln w="127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227" name="Title Text"/>
          <p:cNvSpPr txBox="1">
            <a:spLocks noGrp="1"/>
          </p:cNvSpPr>
          <p:nvPr>
            <p:ph type="title"/>
          </p:nvPr>
        </p:nvSpPr>
        <p:spPr>
          <a:xfrm>
            <a:off x="802386" y="484631"/>
            <a:ext cx="7543801" cy="1609202"/>
          </a:xfrm>
          <a:prstGeom prst="rect">
            <a:avLst/>
          </a:prstGeom>
        </p:spPr>
        <p:txBody>
          <a:bodyPr anchor="ctr"/>
          <a:lstStyle>
            <a:lvl1pPr>
              <a:lnSpc>
                <a:spcPct val="90000"/>
              </a:lnSpc>
              <a:defRPr sz="5400">
                <a:solidFill>
                  <a:srgbClr val="000000"/>
                </a:solidFill>
                <a:latin typeface="Rockwell"/>
                <a:ea typeface="Rockwell"/>
                <a:cs typeface="Rockwell"/>
                <a:sym typeface="Rockwell"/>
              </a:defRPr>
            </a:lvl1pPr>
          </a:lstStyle>
          <a:p>
            <a:r>
              <a:t>Title Text</a:t>
            </a:r>
          </a:p>
        </p:txBody>
      </p:sp>
      <p:sp>
        <p:nvSpPr>
          <p:cNvPr id="5" name="Slide Number">
            <a:extLst>
              <a:ext uri="{FF2B5EF4-FFF2-40B4-BE49-F238E27FC236}">
                <a16:creationId xmlns:a16="http://schemas.microsoft.com/office/drawing/2014/main" id="{F74C396E-79F7-9F47-5485-BA221F96DECF}"/>
              </a:ext>
            </a:extLst>
          </p:cNvPr>
          <p:cNvSpPr txBox="1">
            <a:spLocks noGrp="1" noChangeArrowheads="1"/>
          </p:cNvSpPr>
          <p:nvPr>
            <p:ph type="sldNum" sz="quarter" idx="10"/>
          </p:nvPr>
        </p:nvSpPr>
        <p:spPr>
          <a:xfrm>
            <a:off x="8636000" y="6319838"/>
            <a:ext cx="327025" cy="271462"/>
          </a:xfrm>
        </p:spPr>
        <p:txBody>
          <a:bodyPr anchor="ctr"/>
          <a:lstStyle>
            <a:lvl1pPr>
              <a:defRPr sz="1400">
                <a:solidFill>
                  <a:srgbClr val="FFFFFF"/>
                </a:solidFill>
                <a:latin typeface="Rockwell Bold" panose="02060803030505020403" pitchFamily="18" charset="0"/>
                <a:sym typeface="Rockwell Bold" panose="02060803030505020403" pitchFamily="18" charset="0"/>
              </a:defRPr>
            </a:lvl1pPr>
          </a:lstStyle>
          <a:p>
            <a:fld id="{B5F2D4A6-570C-4AF6-A756-D3D20954755B}" type="slidenum">
              <a:rPr lang="en-US" altLang="en-US"/>
              <a:pPr/>
              <a:t>‹#›</a:t>
            </a:fld>
            <a:endParaRPr lang="en-US" altLang="en-US"/>
          </a:p>
        </p:txBody>
      </p:sp>
    </p:spTree>
    <p:extLst>
      <p:ext uri="{BB962C8B-B14F-4D97-AF65-F5344CB8AC3E}">
        <p14:creationId xmlns:p14="http://schemas.microsoft.com/office/powerpoint/2010/main" val="4262939476"/>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OBJECT_WITH_CAPTION_TEXT">
    <p:spTree>
      <p:nvGrpSpPr>
        <p:cNvPr id="1" name=""/>
        <p:cNvGrpSpPr/>
        <p:nvPr/>
      </p:nvGrpSpPr>
      <p:grpSpPr>
        <a:xfrm>
          <a:off x="0" y="0"/>
          <a:ext cx="0" cy="0"/>
          <a:chOff x="0" y="0"/>
          <a:chExt cx="0" cy="0"/>
        </a:xfrm>
      </p:grpSpPr>
      <p:sp>
        <p:nvSpPr>
          <p:cNvPr id="2" name="Google Shape;170;g1f685ef6d38_0_321">
            <a:extLst>
              <a:ext uri="{FF2B5EF4-FFF2-40B4-BE49-F238E27FC236}">
                <a16:creationId xmlns:a16="http://schemas.microsoft.com/office/drawing/2014/main" id="{8624211A-68B1-548A-03EF-18970E3250B3}"/>
              </a:ext>
            </a:extLst>
          </p:cNvPr>
          <p:cNvSpPr>
            <a:spLocks noChangeArrowheads="1"/>
          </p:cNvSpPr>
          <p:nvPr/>
        </p:nvSpPr>
        <p:spPr bwMode="auto">
          <a:xfrm>
            <a:off x="6227763" y="0"/>
            <a:ext cx="2916237" cy="6858000"/>
          </a:xfrm>
          <a:prstGeom prst="rect">
            <a:avLst/>
          </a:prstGeom>
          <a:solidFill>
            <a:srgbClr val="FFFFFF"/>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eaLnBrk="1"/>
            <a:endParaRPr lang="en-US" altLang="en-US"/>
          </a:p>
        </p:txBody>
      </p:sp>
      <p:grpSp>
        <p:nvGrpSpPr>
          <p:cNvPr id="3" name="Google Shape;176;g1f685ef6d38_0_321">
            <a:extLst>
              <a:ext uri="{FF2B5EF4-FFF2-40B4-BE49-F238E27FC236}">
                <a16:creationId xmlns:a16="http://schemas.microsoft.com/office/drawing/2014/main" id="{77188E50-357E-46BC-977C-22F08CE1C48E}"/>
              </a:ext>
            </a:extLst>
          </p:cNvPr>
          <p:cNvGrpSpPr>
            <a:grpSpLocks/>
          </p:cNvGrpSpPr>
          <p:nvPr/>
        </p:nvGrpSpPr>
        <p:grpSpPr bwMode="auto">
          <a:xfrm>
            <a:off x="8551863" y="6229350"/>
            <a:ext cx="342900" cy="457200"/>
            <a:chOff x="0" y="0"/>
            <a:chExt cx="342938" cy="457232"/>
          </a:xfrm>
        </p:grpSpPr>
        <p:sp>
          <p:nvSpPr>
            <p:cNvPr id="4" name="Google Shape;177;g1f685ef6d38_0_321">
              <a:extLst>
                <a:ext uri="{FF2B5EF4-FFF2-40B4-BE49-F238E27FC236}">
                  <a16:creationId xmlns:a16="http://schemas.microsoft.com/office/drawing/2014/main" id="{99773E4F-9641-709C-A498-E305F54AB89E}"/>
                </a:ext>
              </a:extLst>
            </p:cNvPr>
            <p:cNvSpPr>
              <a:spLocks noChangeArrowheads="1"/>
            </p:cNvSpPr>
            <p:nvPr/>
          </p:nvSpPr>
          <p:spPr bwMode="auto">
            <a:xfrm>
              <a:off x="-1" y="0"/>
              <a:ext cx="342940" cy="457233"/>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5" name="Google Shape;178;g1f685ef6d38_0_321">
              <a:extLst>
                <a:ext uri="{FF2B5EF4-FFF2-40B4-BE49-F238E27FC236}">
                  <a16:creationId xmlns:a16="http://schemas.microsoft.com/office/drawing/2014/main" id="{6C9C7D46-B14B-9036-2035-E45724F47A1D}"/>
                </a:ext>
              </a:extLst>
            </p:cNvPr>
            <p:cNvSpPr/>
            <p:nvPr/>
          </p:nvSpPr>
          <p:spPr>
            <a:xfrm>
              <a:off x="22227" y="28577"/>
              <a:ext cx="298483" cy="400078"/>
            </a:xfrm>
            <a:prstGeom prst="ellipse">
              <a:avLst/>
            </a:prstGeom>
            <a:noFill/>
            <a:ln w="127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236" name="Title Text"/>
          <p:cNvSpPr txBox="1">
            <a:spLocks noGrp="1"/>
          </p:cNvSpPr>
          <p:nvPr>
            <p:ph type="title"/>
          </p:nvPr>
        </p:nvSpPr>
        <p:spPr>
          <a:xfrm>
            <a:off x="6412229" y="685800"/>
            <a:ext cx="2400301" cy="1737300"/>
          </a:xfrm>
          <a:prstGeom prst="rect">
            <a:avLst/>
          </a:prstGeom>
        </p:spPr>
        <p:txBody>
          <a:bodyPr/>
          <a:lstStyle>
            <a:lvl1pPr>
              <a:lnSpc>
                <a:spcPct val="90000"/>
              </a:lnSpc>
              <a:defRPr>
                <a:solidFill>
                  <a:srgbClr val="000000"/>
                </a:solidFill>
                <a:latin typeface="Rockwell Bold"/>
                <a:ea typeface="Rockwell Bold"/>
                <a:cs typeface="Rockwell Bold"/>
                <a:sym typeface="Rockwell Bold"/>
              </a:defRPr>
            </a:lvl1pPr>
          </a:lstStyle>
          <a:p>
            <a:r>
              <a:t>Title Text</a:t>
            </a:r>
          </a:p>
        </p:txBody>
      </p:sp>
      <p:sp>
        <p:nvSpPr>
          <p:cNvPr id="237" name="Body Level One…"/>
          <p:cNvSpPr txBox="1">
            <a:spLocks noGrp="1"/>
          </p:cNvSpPr>
          <p:nvPr>
            <p:ph type="body" idx="1"/>
          </p:nvPr>
        </p:nvSpPr>
        <p:spPr>
          <a:xfrm>
            <a:off x="628650" y="685800"/>
            <a:ext cx="5033701" cy="5020201"/>
          </a:xfrm>
          <a:prstGeom prst="rect">
            <a:avLst/>
          </a:prstGeom>
        </p:spPr>
        <p:txBody>
          <a:bodyPr/>
          <a:lstStyle>
            <a:lvl1pPr indent="-33655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1pPr>
            <a:lvl2pPr marL="950594" indent="-36195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2pPr>
            <a:lvl3pPr marL="1450339" indent="-39370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3pPr>
            <a:lvl4pPr marL="1907539" indent="-39370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4pPr>
            <a:lvl5pPr marL="2364739" indent="-393700">
              <a:lnSpc>
                <a:spcPct val="90000"/>
              </a:lnSpc>
              <a:spcBef>
                <a:spcPts val="1200"/>
              </a:spcBef>
              <a:buClr>
                <a:srgbClr val="9E3611"/>
              </a:buClr>
              <a:buSzPts val="2000"/>
              <a:defRPr sz="2000">
                <a:solidFill>
                  <a:srgbClr val="000000"/>
                </a:solidFill>
                <a:latin typeface="Rockwell"/>
                <a:ea typeface="Rockwell"/>
                <a:cs typeface="Rockwell"/>
                <a:sym typeface="Rockwell"/>
              </a:defRPr>
            </a:lvl5pPr>
          </a:lstStyle>
          <a:p>
            <a:r>
              <a:t>Body Level One</a:t>
            </a:r>
          </a:p>
          <a:p>
            <a:pPr lvl="1"/>
            <a:r>
              <a:t>Body Level Two</a:t>
            </a:r>
          </a:p>
          <a:p>
            <a:pPr lvl="2"/>
            <a:r>
              <a:t>Body Level Three</a:t>
            </a:r>
          </a:p>
          <a:p>
            <a:pPr lvl="3"/>
            <a:r>
              <a:t>Body Level Four</a:t>
            </a:r>
          </a:p>
          <a:p>
            <a:pPr lvl="4"/>
            <a:r>
              <a:t>Body Level Five</a:t>
            </a:r>
          </a:p>
        </p:txBody>
      </p:sp>
      <p:sp>
        <p:nvSpPr>
          <p:cNvPr id="238" name="Google Shape;173;g1f685ef6d38_0_321"/>
          <p:cNvSpPr txBox="1">
            <a:spLocks noGrp="1"/>
          </p:cNvSpPr>
          <p:nvPr>
            <p:ph type="body" sz="quarter" idx="21"/>
          </p:nvPr>
        </p:nvSpPr>
        <p:spPr>
          <a:xfrm>
            <a:off x="6412229" y="2423160"/>
            <a:ext cx="2400301" cy="3291900"/>
          </a:xfrm>
          <a:prstGeom prst="rect">
            <a:avLst/>
          </a:prstGeom>
        </p:spPr>
        <p:txBody>
          <a:bodyPr/>
          <a:lstStyle/>
          <a:p>
            <a:endParaRPr/>
          </a:p>
        </p:txBody>
      </p:sp>
      <p:sp>
        <p:nvSpPr>
          <p:cNvPr id="6" name="Slide Number">
            <a:extLst>
              <a:ext uri="{FF2B5EF4-FFF2-40B4-BE49-F238E27FC236}">
                <a16:creationId xmlns:a16="http://schemas.microsoft.com/office/drawing/2014/main" id="{17F349CB-5A4C-DAF4-3953-577076D29BBB}"/>
              </a:ext>
            </a:extLst>
          </p:cNvPr>
          <p:cNvSpPr txBox="1">
            <a:spLocks noGrp="1" noChangeArrowheads="1"/>
          </p:cNvSpPr>
          <p:nvPr>
            <p:ph type="sldNum" sz="quarter" idx="22"/>
          </p:nvPr>
        </p:nvSpPr>
        <p:spPr>
          <a:xfrm>
            <a:off x="8636000" y="6319838"/>
            <a:ext cx="327025" cy="271462"/>
          </a:xfrm>
        </p:spPr>
        <p:txBody>
          <a:bodyPr anchor="ctr"/>
          <a:lstStyle>
            <a:lvl1pPr>
              <a:defRPr sz="1400">
                <a:solidFill>
                  <a:srgbClr val="FFFFFF"/>
                </a:solidFill>
                <a:latin typeface="Rockwell Bold" panose="02060803030505020403" pitchFamily="18" charset="0"/>
                <a:sym typeface="Rockwell Bold" panose="02060803030505020403" pitchFamily="18" charset="0"/>
              </a:defRPr>
            </a:lvl1pPr>
          </a:lstStyle>
          <a:p>
            <a:fld id="{739DFD61-6362-4538-BEEE-D49EB4604FFA}" type="slidenum">
              <a:rPr lang="en-US" altLang="en-US"/>
              <a:pPr/>
              <a:t>‹#›</a:t>
            </a:fld>
            <a:endParaRPr lang="en-US" altLang="en-US"/>
          </a:p>
        </p:txBody>
      </p:sp>
    </p:spTree>
    <p:extLst>
      <p:ext uri="{BB962C8B-B14F-4D97-AF65-F5344CB8AC3E}">
        <p14:creationId xmlns:p14="http://schemas.microsoft.com/office/powerpoint/2010/main" val="620659367"/>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PICTURE_WITH_CAPTION_TEXT">
    <p:spTree>
      <p:nvGrpSpPr>
        <p:cNvPr id="1" name=""/>
        <p:cNvGrpSpPr/>
        <p:nvPr/>
      </p:nvGrpSpPr>
      <p:grpSpPr>
        <a:xfrm>
          <a:off x="0" y="0"/>
          <a:ext cx="0" cy="0"/>
          <a:chOff x="0" y="0"/>
          <a:chExt cx="0" cy="0"/>
        </a:xfrm>
      </p:grpSpPr>
      <p:sp>
        <p:nvSpPr>
          <p:cNvPr id="2" name="Google Shape;181;g1f685ef6d38_0_332">
            <a:extLst>
              <a:ext uri="{FF2B5EF4-FFF2-40B4-BE49-F238E27FC236}">
                <a16:creationId xmlns:a16="http://schemas.microsoft.com/office/drawing/2014/main" id="{A208EDD7-0081-226C-E13D-2EFC8823769B}"/>
              </a:ext>
            </a:extLst>
          </p:cNvPr>
          <p:cNvSpPr>
            <a:spLocks noChangeArrowheads="1"/>
          </p:cNvSpPr>
          <p:nvPr/>
        </p:nvSpPr>
        <p:spPr bwMode="auto">
          <a:xfrm>
            <a:off x="6227763" y="0"/>
            <a:ext cx="2916237" cy="6858000"/>
          </a:xfrm>
          <a:prstGeom prst="rect">
            <a:avLst/>
          </a:prstGeom>
          <a:solidFill>
            <a:srgbClr val="FFFFFF"/>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eaLnBrk="1"/>
            <a:endParaRPr lang="en-US" altLang="en-US"/>
          </a:p>
        </p:txBody>
      </p:sp>
      <p:grpSp>
        <p:nvGrpSpPr>
          <p:cNvPr id="3" name="Google Shape;186;g1f685ef6d38_0_332">
            <a:extLst>
              <a:ext uri="{FF2B5EF4-FFF2-40B4-BE49-F238E27FC236}">
                <a16:creationId xmlns:a16="http://schemas.microsoft.com/office/drawing/2014/main" id="{7CCD92F1-592F-A3DA-373A-5651BFE554E5}"/>
              </a:ext>
            </a:extLst>
          </p:cNvPr>
          <p:cNvGrpSpPr>
            <a:grpSpLocks/>
          </p:cNvGrpSpPr>
          <p:nvPr/>
        </p:nvGrpSpPr>
        <p:grpSpPr bwMode="auto">
          <a:xfrm>
            <a:off x="8551863" y="6229350"/>
            <a:ext cx="342900" cy="457200"/>
            <a:chOff x="0" y="0"/>
            <a:chExt cx="342938" cy="457232"/>
          </a:xfrm>
        </p:grpSpPr>
        <p:sp>
          <p:nvSpPr>
            <p:cNvPr id="4" name="Google Shape;187;g1f685ef6d38_0_332">
              <a:extLst>
                <a:ext uri="{FF2B5EF4-FFF2-40B4-BE49-F238E27FC236}">
                  <a16:creationId xmlns:a16="http://schemas.microsoft.com/office/drawing/2014/main" id="{E51C05A3-3173-4750-D7BD-D965F2175BBD}"/>
                </a:ext>
              </a:extLst>
            </p:cNvPr>
            <p:cNvSpPr>
              <a:spLocks noChangeArrowheads="1"/>
            </p:cNvSpPr>
            <p:nvPr/>
          </p:nvSpPr>
          <p:spPr bwMode="auto">
            <a:xfrm>
              <a:off x="-1" y="0"/>
              <a:ext cx="342940" cy="457233"/>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5" name="Google Shape;188;g1f685ef6d38_0_332">
              <a:extLst>
                <a:ext uri="{FF2B5EF4-FFF2-40B4-BE49-F238E27FC236}">
                  <a16:creationId xmlns:a16="http://schemas.microsoft.com/office/drawing/2014/main" id="{D5CA2BF1-7E1C-D964-C5BA-450C38B0F4B5}"/>
                </a:ext>
              </a:extLst>
            </p:cNvPr>
            <p:cNvSpPr/>
            <p:nvPr/>
          </p:nvSpPr>
          <p:spPr>
            <a:xfrm>
              <a:off x="22227" y="28577"/>
              <a:ext cx="298483" cy="400078"/>
            </a:xfrm>
            <a:prstGeom prst="ellipse">
              <a:avLst/>
            </a:prstGeom>
            <a:noFill/>
            <a:ln w="127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250" name="Title Text"/>
          <p:cNvSpPr txBox="1">
            <a:spLocks noGrp="1"/>
          </p:cNvSpPr>
          <p:nvPr>
            <p:ph type="title"/>
          </p:nvPr>
        </p:nvSpPr>
        <p:spPr>
          <a:xfrm>
            <a:off x="6412229" y="685800"/>
            <a:ext cx="2400301" cy="1737300"/>
          </a:xfrm>
          <a:prstGeom prst="rect">
            <a:avLst/>
          </a:prstGeom>
        </p:spPr>
        <p:txBody>
          <a:bodyPr/>
          <a:lstStyle>
            <a:lvl1pPr>
              <a:lnSpc>
                <a:spcPct val="90000"/>
              </a:lnSpc>
              <a:defRPr>
                <a:solidFill>
                  <a:srgbClr val="000000"/>
                </a:solidFill>
                <a:latin typeface="Rockwell Bold"/>
                <a:ea typeface="Rockwell Bold"/>
                <a:cs typeface="Rockwell Bold"/>
                <a:sym typeface="Rockwell Bold"/>
              </a:defRPr>
            </a:lvl1pPr>
          </a:lstStyle>
          <a:p>
            <a:r>
              <a:t>Title Text</a:t>
            </a:r>
          </a:p>
        </p:txBody>
      </p:sp>
      <p:sp>
        <p:nvSpPr>
          <p:cNvPr id="251" name="Google Shape;183;g1f685ef6d38_0_332"/>
          <p:cNvSpPr>
            <a:spLocks noGrp="1"/>
          </p:cNvSpPr>
          <p:nvPr>
            <p:ph type="pic" idx="21"/>
          </p:nvPr>
        </p:nvSpPr>
        <p:spPr>
          <a:xfrm>
            <a:off x="0" y="0"/>
            <a:ext cx="6227701" cy="6858000"/>
          </a:xfrm>
          <a:prstGeom prst="rect">
            <a:avLst/>
          </a:prstGeom>
        </p:spPr>
        <p:txBody>
          <a:bodyPr lIns="91439" tIns="45719" rIns="91439" bIns="45719">
            <a:noAutofit/>
          </a:bodyPr>
          <a:lstStyle/>
          <a:p>
            <a:pPr lvl="0"/>
            <a:endParaRPr noProof="0">
              <a:sym typeface="Verdana"/>
            </a:endParaRPr>
          </a:p>
        </p:txBody>
      </p:sp>
      <p:sp>
        <p:nvSpPr>
          <p:cNvPr id="252" name="Body Level One…"/>
          <p:cNvSpPr txBox="1">
            <a:spLocks noGrp="1"/>
          </p:cNvSpPr>
          <p:nvPr>
            <p:ph type="body" sz="quarter" idx="1"/>
          </p:nvPr>
        </p:nvSpPr>
        <p:spPr>
          <a:xfrm>
            <a:off x="6412229" y="2423160"/>
            <a:ext cx="2400301" cy="3291900"/>
          </a:xfrm>
          <a:prstGeom prst="rect">
            <a:avLst/>
          </a:prstGeom>
        </p:spPr>
        <p:txBody>
          <a:bodyPr/>
          <a:lstStyle>
            <a:lvl1pPr marL="228600" indent="0">
              <a:spcBef>
                <a:spcPts val="1000"/>
              </a:spcBef>
              <a:buClrTx/>
              <a:buSzTx/>
              <a:buFontTx/>
              <a:buNone/>
              <a:defRPr sz="1400">
                <a:solidFill>
                  <a:srgbClr val="9E3611"/>
                </a:solidFill>
                <a:latin typeface="Rockwell"/>
                <a:ea typeface="Rockwell"/>
                <a:cs typeface="Rockwell"/>
                <a:sym typeface="Rockwell"/>
              </a:defRPr>
            </a:lvl1pPr>
            <a:lvl2pPr marL="228600" indent="457200">
              <a:spcBef>
                <a:spcPts val="1000"/>
              </a:spcBef>
              <a:buClrTx/>
              <a:buSzTx/>
              <a:buFontTx/>
              <a:buNone/>
              <a:defRPr sz="1400">
                <a:solidFill>
                  <a:srgbClr val="9E3611"/>
                </a:solidFill>
                <a:latin typeface="Rockwell"/>
                <a:ea typeface="Rockwell"/>
                <a:cs typeface="Rockwell"/>
                <a:sym typeface="Rockwell"/>
              </a:defRPr>
            </a:lvl2pPr>
            <a:lvl3pPr marL="228600" indent="914400">
              <a:spcBef>
                <a:spcPts val="1000"/>
              </a:spcBef>
              <a:buClrTx/>
              <a:buSzTx/>
              <a:buFontTx/>
              <a:buNone/>
              <a:defRPr sz="1400">
                <a:solidFill>
                  <a:srgbClr val="9E3611"/>
                </a:solidFill>
                <a:latin typeface="Rockwell"/>
                <a:ea typeface="Rockwell"/>
                <a:cs typeface="Rockwell"/>
                <a:sym typeface="Rockwell"/>
              </a:defRPr>
            </a:lvl3pPr>
            <a:lvl4pPr marL="228600" indent="1371600">
              <a:spcBef>
                <a:spcPts val="1000"/>
              </a:spcBef>
              <a:buClrTx/>
              <a:buSzTx/>
              <a:buFontTx/>
              <a:buNone/>
              <a:defRPr sz="1400">
                <a:solidFill>
                  <a:srgbClr val="9E3611"/>
                </a:solidFill>
                <a:latin typeface="Rockwell"/>
                <a:ea typeface="Rockwell"/>
                <a:cs typeface="Rockwell"/>
                <a:sym typeface="Rockwell"/>
              </a:defRPr>
            </a:lvl4pPr>
            <a:lvl5pPr marL="228600" indent="1828800">
              <a:spcBef>
                <a:spcPts val="1000"/>
              </a:spcBef>
              <a:buClrTx/>
              <a:buSzTx/>
              <a:buFontTx/>
              <a:buNone/>
              <a:defRPr sz="1400">
                <a:solidFill>
                  <a:srgbClr val="9E3611"/>
                </a:solidFill>
                <a:latin typeface="Rockwell"/>
                <a:ea typeface="Rockwell"/>
                <a:cs typeface="Rockwell"/>
                <a:sym typeface="Rockwell"/>
              </a:defRPr>
            </a:lvl5pPr>
          </a:lstStyle>
          <a:p>
            <a:r>
              <a:t>Body Level One</a:t>
            </a:r>
          </a:p>
          <a:p>
            <a:pPr lvl="1"/>
            <a:r>
              <a:t>Body Level Two</a:t>
            </a:r>
          </a:p>
          <a:p>
            <a:pPr lvl="2"/>
            <a:r>
              <a:t>Body Level Three</a:t>
            </a:r>
          </a:p>
          <a:p>
            <a:pPr lvl="3"/>
            <a:r>
              <a:t>Body Level Four</a:t>
            </a:r>
          </a:p>
          <a:p>
            <a:pPr lvl="4"/>
            <a:r>
              <a:t>Body Level Five</a:t>
            </a:r>
          </a:p>
        </p:txBody>
      </p:sp>
      <p:sp>
        <p:nvSpPr>
          <p:cNvPr id="6" name="Slide Number">
            <a:extLst>
              <a:ext uri="{FF2B5EF4-FFF2-40B4-BE49-F238E27FC236}">
                <a16:creationId xmlns:a16="http://schemas.microsoft.com/office/drawing/2014/main" id="{79470C47-BF59-1C2A-DFDC-9ABF418BC48B}"/>
              </a:ext>
            </a:extLst>
          </p:cNvPr>
          <p:cNvSpPr txBox="1">
            <a:spLocks noGrp="1" noChangeArrowheads="1"/>
          </p:cNvSpPr>
          <p:nvPr>
            <p:ph type="sldNum" sz="quarter" idx="22"/>
          </p:nvPr>
        </p:nvSpPr>
        <p:spPr>
          <a:xfrm>
            <a:off x="8636000" y="6319838"/>
            <a:ext cx="327025" cy="271462"/>
          </a:xfrm>
        </p:spPr>
        <p:txBody>
          <a:bodyPr anchor="ctr"/>
          <a:lstStyle>
            <a:lvl1pPr>
              <a:defRPr sz="1400">
                <a:solidFill>
                  <a:srgbClr val="FFFFFF"/>
                </a:solidFill>
                <a:latin typeface="Rockwell Bold" panose="02060803030505020403" pitchFamily="18" charset="0"/>
                <a:sym typeface="Rockwell Bold" panose="02060803030505020403" pitchFamily="18" charset="0"/>
              </a:defRPr>
            </a:lvl1pPr>
          </a:lstStyle>
          <a:p>
            <a:fld id="{9E738DE0-E26B-4125-9563-6DDAEB7AE9D4}" type="slidenum">
              <a:rPr lang="en-US" altLang="en-US"/>
              <a:pPr/>
              <a:t>‹#›</a:t>
            </a:fld>
            <a:endParaRPr lang="en-US" altLang="en-US"/>
          </a:p>
        </p:txBody>
      </p:sp>
    </p:spTree>
    <p:extLst>
      <p:ext uri="{BB962C8B-B14F-4D97-AF65-F5344CB8AC3E}">
        <p14:creationId xmlns:p14="http://schemas.microsoft.com/office/powerpoint/2010/main" val="3396081376"/>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VERTICAL_TEXT">
    <p:spTree>
      <p:nvGrpSpPr>
        <p:cNvPr id="1" name=""/>
        <p:cNvGrpSpPr/>
        <p:nvPr/>
      </p:nvGrpSpPr>
      <p:grpSpPr>
        <a:xfrm>
          <a:off x="0" y="0"/>
          <a:ext cx="0" cy="0"/>
          <a:chOff x="0" y="0"/>
          <a:chExt cx="0" cy="0"/>
        </a:xfrm>
      </p:grpSpPr>
      <p:grpSp>
        <p:nvGrpSpPr>
          <p:cNvPr id="2" name="Google Shape;112;g1f685ef6d38_0_259">
            <a:extLst>
              <a:ext uri="{FF2B5EF4-FFF2-40B4-BE49-F238E27FC236}">
                <a16:creationId xmlns:a16="http://schemas.microsoft.com/office/drawing/2014/main" id="{207FF200-279A-9A56-78A1-A4F2A697B470}"/>
              </a:ext>
            </a:extLst>
          </p:cNvPr>
          <p:cNvGrpSpPr>
            <a:grpSpLocks/>
          </p:cNvGrpSpPr>
          <p:nvPr/>
        </p:nvGrpSpPr>
        <p:grpSpPr bwMode="auto">
          <a:xfrm>
            <a:off x="8551863" y="6229350"/>
            <a:ext cx="342900" cy="457200"/>
            <a:chOff x="0" y="0"/>
            <a:chExt cx="342938" cy="457232"/>
          </a:xfrm>
        </p:grpSpPr>
        <p:sp>
          <p:nvSpPr>
            <p:cNvPr id="3" name="Google Shape;113;g1f685ef6d38_0_259">
              <a:extLst>
                <a:ext uri="{FF2B5EF4-FFF2-40B4-BE49-F238E27FC236}">
                  <a16:creationId xmlns:a16="http://schemas.microsoft.com/office/drawing/2014/main" id="{21D2FBE8-6E2F-B0B9-99C1-E2F54182EA7A}"/>
                </a:ext>
              </a:extLst>
            </p:cNvPr>
            <p:cNvSpPr>
              <a:spLocks noChangeArrowheads="1"/>
            </p:cNvSpPr>
            <p:nvPr/>
          </p:nvSpPr>
          <p:spPr bwMode="auto">
            <a:xfrm>
              <a:off x="-1" y="0"/>
              <a:ext cx="342940" cy="457233"/>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4" name="Google Shape;114;g1f685ef6d38_0_259">
              <a:extLst>
                <a:ext uri="{FF2B5EF4-FFF2-40B4-BE49-F238E27FC236}">
                  <a16:creationId xmlns:a16="http://schemas.microsoft.com/office/drawing/2014/main" id="{845A41DB-6D59-EF26-E941-9D1EBA2B80AB}"/>
                </a:ext>
              </a:extLst>
            </p:cNvPr>
            <p:cNvSpPr/>
            <p:nvPr/>
          </p:nvSpPr>
          <p:spPr>
            <a:xfrm>
              <a:off x="22227" y="28577"/>
              <a:ext cx="298483" cy="400078"/>
            </a:xfrm>
            <a:prstGeom prst="ellipse">
              <a:avLst/>
            </a:prstGeom>
            <a:noFill/>
            <a:ln w="127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266" name="Title Text"/>
          <p:cNvSpPr txBox="1">
            <a:spLocks noGrp="1"/>
          </p:cNvSpPr>
          <p:nvPr>
            <p:ph type="title"/>
          </p:nvPr>
        </p:nvSpPr>
        <p:spPr>
          <a:xfrm>
            <a:off x="802386" y="484631"/>
            <a:ext cx="7543801" cy="1609202"/>
          </a:xfrm>
          <a:prstGeom prst="rect">
            <a:avLst/>
          </a:prstGeom>
        </p:spPr>
        <p:txBody>
          <a:bodyPr anchor="ctr"/>
          <a:lstStyle>
            <a:lvl1pPr>
              <a:lnSpc>
                <a:spcPct val="90000"/>
              </a:lnSpc>
              <a:defRPr sz="5400">
                <a:solidFill>
                  <a:srgbClr val="000000"/>
                </a:solidFill>
                <a:latin typeface="Rockwell"/>
                <a:ea typeface="Rockwell"/>
                <a:cs typeface="Rockwell"/>
                <a:sym typeface="Rockwell"/>
              </a:defRPr>
            </a:lvl1pPr>
          </a:lstStyle>
          <a:p>
            <a:r>
              <a:t>Title Text</a:t>
            </a:r>
          </a:p>
        </p:txBody>
      </p:sp>
      <p:sp>
        <p:nvSpPr>
          <p:cNvPr id="267" name="Body Level One…"/>
          <p:cNvSpPr txBox="1">
            <a:spLocks noGrp="1"/>
          </p:cNvSpPr>
          <p:nvPr>
            <p:ph type="body" idx="1"/>
          </p:nvPr>
        </p:nvSpPr>
        <p:spPr>
          <a:xfrm rot="5400000">
            <a:off x="2548836" y="374957"/>
            <a:ext cx="4050901" cy="7543801"/>
          </a:xfrm>
          <a:prstGeom prst="rect">
            <a:avLst/>
          </a:prstGeom>
        </p:spPr>
        <p:txBody>
          <a:bodyPr/>
          <a:lstStyle>
            <a:lvl1pPr indent="-325754">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1pPr>
            <a:lvl2pPr marL="950594" indent="-36195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2pPr>
            <a:lvl3pPr marL="1453038" indent="-407193">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3pPr>
            <a:lvl4pPr marL="1910238" indent="-407193">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4pPr>
            <a:lvl5pPr marL="2367438" indent="-407192">
              <a:lnSpc>
                <a:spcPct val="90000"/>
              </a:lnSpc>
              <a:spcBef>
                <a:spcPts val="1200"/>
              </a:spcBef>
              <a:buClr>
                <a:srgbClr val="9E3611"/>
              </a:buClr>
              <a:buSzPts val="2000"/>
              <a:defRPr sz="2000">
                <a:solidFill>
                  <a:srgbClr val="000000"/>
                </a:solidFill>
                <a:latin typeface="Rockwell"/>
                <a:ea typeface="Rockwell"/>
                <a:cs typeface="Rockwell"/>
                <a:sym typeface="Rockwell"/>
              </a:defRPr>
            </a:lvl5pPr>
          </a:lstStyle>
          <a:p>
            <a:r>
              <a:t>Body Level One</a:t>
            </a:r>
          </a:p>
          <a:p>
            <a:pPr lvl="1"/>
            <a:r>
              <a:t>Body Level Two</a:t>
            </a:r>
          </a:p>
          <a:p>
            <a:pPr lvl="2"/>
            <a:r>
              <a:t>Body Level Three</a:t>
            </a:r>
          </a:p>
          <a:p>
            <a:pPr lvl="3"/>
            <a:r>
              <a:t>Body Level Four</a:t>
            </a:r>
          </a:p>
          <a:p>
            <a:pPr lvl="4"/>
            <a:r>
              <a:t>Body Level Five</a:t>
            </a:r>
          </a:p>
        </p:txBody>
      </p:sp>
      <p:sp>
        <p:nvSpPr>
          <p:cNvPr id="5" name="Slide Number">
            <a:extLst>
              <a:ext uri="{FF2B5EF4-FFF2-40B4-BE49-F238E27FC236}">
                <a16:creationId xmlns:a16="http://schemas.microsoft.com/office/drawing/2014/main" id="{7DCF3CBE-E895-11B9-D558-F9DF9DA7AB78}"/>
              </a:ext>
            </a:extLst>
          </p:cNvPr>
          <p:cNvSpPr txBox="1">
            <a:spLocks noGrp="1" noChangeArrowheads="1"/>
          </p:cNvSpPr>
          <p:nvPr>
            <p:ph type="sldNum" sz="quarter" idx="10"/>
          </p:nvPr>
        </p:nvSpPr>
        <p:spPr>
          <a:xfrm>
            <a:off x="8636000" y="6319838"/>
            <a:ext cx="327025" cy="271462"/>
          </a:xfrm>
        </p:spPr>
        <p:txBody>
          <a:bodyPr anchor="ctr"/>
          <a:lstStyle>
            <a:lvl1pPr>
              <a:defRPr sz="1400">
                <a:solidFill>
                  <a:srgbClr val="FFFFFF"/>
                </a:solidFill>
                <a:latin typeface="Rockwell Bold" panose="02060803030505020403" pitchFamily="18" charset="0"/>
                <a:sym typeface="Rockwell Bold" panose="02060803030505020403" pitchFamily="18" charset="0"/>
              </a:defRPr>
            </a:lvl1pPr>
          </a:lstStyle>
          <a:p>
            <a:fld id="{9DC96B5E-74C8-4B69-A43B-C9B08A45A259}" type="slidenum">
              <a:rPr lang="en-US" altLang="en-US"/>
              <a:pPr/>
              <a:t>‹#›</a:t>
            </a:fld>
            <a:endParaRPr lang="en-US" altLang="en-US"/>
          </a:p>
        </p:txBody>
      </p:sp>
    </p:spTree>
    <p:extLst>
      <p:ext uri="{BB962C8B-B14F-4D97-AF65-F5344CB8AC3E}">
        <p14:creationId xmlns:p14="http://schemas.microsoft.com/office/powerpoint/2010/main" val="1999254494"/>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VERTICAL_TITLE_AND_VERTICAL_TEXT">
    <p:spTree>
      <p:nvGrpSpPr>
        <p:cNvPr id="1" name=""/>
        <p:cNvGrpSpPr/>
        <p:nvPr/>
      </p:nvGrpSpPr>
      <p:grpSpPr>
        <a:xfrm>
          <a:off x="0" y="0"/>
          <a:ext cx="0" cy="0"/>
          <a:chOff x="0" y="0"/>
          <a:chExt cx="0" cy="0"/>
        </a:xfrm>
      </p:grpSpPr>
      <p:grpSp>
        <p:nvGrpSpPr>
          <p:cNvPr id="2" name="Google Shape;112;g1f685ef6d38_0_259">
            <a:extLst>
              <a:ext uri="{FF2B5EF4-FFF2-40B4-BE49-F238E27FC236}">
                <a16:creationId xmlns:a16="http://schemas.microsoft.com/office/drawing/2014/main" id="{B3F23681-3E14-B888-1627-5E56F3854D52}"/>
              </a:ext>
            </a:extLst>
          </p:cNvPr>
          <p:cNvGrpSpPr>
            <a:grpSpLocks/>
          </p:cNvGrpSpPr>
          <p:nvPr/>
        </p:nvGrpSpPr>
        <p:grpSpPr bwMode="auto">
          <a:xfrm>
            <a:off x="8551863" y="6229350"/>
            <a:ext cx="342900" cy="457200"/>
            <a:chOff x="0" y="0"/>
            <a:chExt cx="342938" cy="457232"/>
          </a:xfrm>
        </p:grpSpPr>
        <p:sp>
          <p:nvSpPr>
            <p:cNvPr id="3" name="Google Shape;113;g1f685ef6d38_0_259">
              <a:extLst>
                <a:ext uri="{FF2B5EF4-FFF2-40B4-BE49-F238E27FC236}">
                  <a16:creationId xmlns:a16="http://schemas.microsoft.com/office/drawing/2014/main" id="{626BF50B-132A-4321-DC4C-D130C1DC7E55}"/>
                </a:ext>
              </a:extLst>
            </p:cNvPr>
            <p:cNvSpPr>
              <a:spLocks noChangeArrowheads="1"/>
            </p:cNvSpPr>
            <p:nvPr/>
          </p:nvSpPr>
          <p:spPr bwMode="auto">
            <a:xfrm>
              <a:off x="-1" y="0"/>
              <a:ext cx="342940" cy="457233"/>
            </a:xfrm>
            <a:prstGeom prst="ellipse">
              <a:avLst/>
            </a:prstGeom>
            <a:blipFill dpi="0" rotWithShape="1">
              <a:blip r:embed="rId2"/>
              <a:srcRect/>
              <a:tile tx="0" ty="0" sx="100000" sy="100000" flip="none" algn="tl"/>
            </a:blipFill>
            <a:ln>
              <a:noFill/>
            </a:ln>
            <a:extLst>
              <a:ext uri="{91240B29-F687-4F45-9708-019B960494DF}">
                <a14:hiddenLine xmlns:a14="http://schemas.microsoft.com/office/drawing/2010/main" w="12700">
                  <a:solidFill>
                    <a:srgbClr val="000000"/>
                  </a:solidFill>
                  <a:miter lim="400000"/>
                  <a:headEnd/>
                  <a:tailEnd/>
                </a14:hiddenLine>
              </a:ext>
            </a:extLst>
          </p:spPr>
          <p:txBody>
            <a:bodyPr lIns="45719" tIns="45719" rIns="45719" bIns="45719" anchor="ctr"/>
            <a:lstStyle/>
            <a:p>
              <a:pPr eaLnBrk="1"/>
              <a:endParaRPr lang="en-US" altLang="en-US"/>
            </a:p>
          </p:txBody>
        </p:sp>
        <p:sp>
          <p:nvSpPr>
            <p:cNvPr id="4" name="Google Shape;114;g1f685ef6d38_0_259">
              <a:extLst>
                <a:ext uri="{FF2B5EF4-FFF2-40B4-BE49-F238E27FC236}">
                  <a16:creationId xmlns:a16="http://schemas.microsoft.com/office/drawing/2014/main" id="{14054D4D-FCEA-17A6-46E2-60B50DB26947}"/>
                </a:ext>
              </a:extLst>
            </p:cNvPr>
            <p:cNvSpPr/>
            <p:nvPr/>
          </p:nvSpPr>
          <p:spPr>
            <a:xfrm>
              <a:off x="22227" y="28577"/>
              <a:ext cx="298483" cy="400078"/>
            </a:xfrm>
            <a:prstGeom prst="ellipse">
              <a:avLst/>
            </a:prstGeom>
            <a:noFill/>
            <a:ln w="12700" cap="flat">
              <a:solidFill>
                <a:schemeClr val="accent3">
                  <a:lumOff val="44000"/>
                </a:schemeClr>
              </a:solidFill>
              <a:prstDash val="solid"/>
              <a:round/>
            </a:ln>
            <a:effectLst/>
          </p:spPr>
          <p:txBody>
            <a:bodyPr lIns="45719" tIns="45719" rIns="45719" bIns="45719" anchor="ctr"/>
            <a:lstStyle/>
            <a:p>
              <a:pPr eaLnBrk="1" fontAlgn="auto">
                <a:spcBef>
                  <a:spcPts val="0"/>
                </a:spcBef>
                <a:spcAft>
                  <a:spcPts val="0"/>
                </a:spcAft>
                <a:defRPr/>
              </a:pPr>
              <a:endParaRPr kern="0">
                <a:latin typeface="+mj-lt"/>
                <a:ea typeface="+mj-ea"/>
                <a:cs typeface="+mj-cs"/>
                <a:sym typeface="Arial"/>
              </a:endParaRPr>
            </a:p>
          </p:txBody>
        </p:sp>
      </p:grpSp>
      <p:sp>
        <p:nvSpPr>
          <p:cNvPr id="278" name="Title Text"/>
          <p:cNvSpPr txBox="1">
            <a:spLocks noGrp="1"/>
          </p:cNvSpPr>
          <p:nvPr>
            <p:ph type="title"/>
          </p:nvPr>
        </p:nvSpPr>
        <p:spPr>
          <a:xfrm rot="5400000">
            <a:off x="4681499" y="2395499"/>
            <a:ext cx="5638801" cy="1914601"/>
          </a:xfrm>
          <a:prstGeom prst="rect">
            <a:avLst/>
          </a:prstGeom>
        </p:spPr>
        <p:txBody>
          <a:bodyPr anchor="ctr"/>
          <a:lstStyle>
            <a:lvl1pPr>
              <a:lnSpc>
                <a:spcPct val="90000"/>
              </a:lnSpc>
              <a:defRPr sz="5400">
                <a:solidFill>
                  <a:srgbClr val="000000"/>
                </a:solidFill>
                <a:latin typeface="Rockwell"/>
                <a:ea typeface="Rockwell"/>
                <a:cs typeface="Rockwell"/>
                <a:sym typeface="Rockwell"/>
              </a:defRPr>
            </a:lvl1pPr>
          </a:lstStyle>
          <a:p>
            <a:r>
              <a:t>Title Text</a:t>
            </a:r>
          </a:p>
        </p:txBody>
      </p:sp>
      <p:sp>
        <p:nvSpPr>
          <p:cNvPr id="279" name="Body Level One…"/>
          <p:cNvSpPr txBox="1">
            <a:spLocks noGrp="1"/>
          </p:cNvSpPr>
          <p:nvPr>
            <p:ph type="body" idx="1"/>
          </p:nvPr>
        </p:nvSpPr>
        <p:spPr>
          <a:xfrm rot="5400000">
            <a:off x="795374" y="538199"/>
            <a:ext cx="5638801" cy="5629201"/>
          </a:xfrm>
          <a:prstGeom prst="rect">
            <a:avLst/>
          </a:prstGeom>
        </p:spPr>
        <p:txBody>
          <a:bodyPr/>
          <a:lstStyle>
            <a:lvl1pPr indent="-325754">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1pPr>
            <a:lvl2pPr marL="950594" indent="-361950">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2pPr>
            <a:lvl3pPr marL="1453038" indent="-407193">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3pPr>
            <a:lvl4pPr marL="1910238" indent="-407193">
              <a:lnSpc>
                <a:spcPct val="90000"/>
              </a:lnSpc>
              <a:spcBef>
                <a:spcPts val="1200"/>
              </a:spcBef>
              <a:buClr>
                <a:srgbClr val="9E3611"/>
              </a:buClr>
              <a:buSzPts val="2000"/>
              <a:buChar char="▪"/>
              <a:defRPr sz="2000">
                <a:solidFill>
                  <a:srgbClr val="000000"/>
                </a:solidFill>
                <a:latin typeface="Rockwell"/>
                <a:ea typeface="Rockwell"/>
                <a:cs typeface="Rockwell"/>
                <a:sym typeface="Rockwell"/>
              </a:defRPr>
            </a:lvl4pPr>
            <a:lvl5pPr marL="2367438" indent="-407192">
              <a:lnSpc>
                <a:spcPct val="90000"/>
              </a:lnSpc>
              <a:spcBef>
                <a:spcPts val="1200"/>
              </a:spcBef>
              <a:buClr>
                <a:srgbClr val="9E3611"/>
              </a:buClr>
              <a:buSzPts val="2000"/>
              <a:defRPr sz="2000">
                <a:solidFill>
                  <a:srgbClr val="000000"/>
                </a:solidFill>
                <a:latin typeface="Rockwell"/>
                <a:ea typeface="Rockwell"/>
                <a:cs typeface="Rockwell"/>
                <a:sym typeface="Rockwell"/>
              </a:defRPr>
            </a:lvl5pPr>
          </a:lstStyle>
          <a:p>
            <a:r>
              <a:t>Body Level One</a:t>
            </a:r>
          </a:p>
          <a:p>
            <a:pPr lvl="1"/>
            <a:r>
              <a:t>Body Level Two</a:t>
            </a:r>
          </a:p>
          <a:p>
            <a:pPr lvl="2"/>
            <a:r>
              <a:t>Body Level Three</a:t>
            </a:r>
          </a:p>
          <a:p>
            <a:pPr lvl="3"/>
            <a:r>
              <a:t>Body Level Four</a:t>
            </a:r>
          </a:p>
          <a:p>
            <a:pPr lvl="4"/>
            <a:r>
              <a:t>Body Level Five</a:t>
            </a:r>
          </a:p>
        </p:txBody>
      </p:sp>
      <p:sp>
        <p:nvSpPr>
          <p:cNvPr id="5" name="Slide Number">
            <a:extLst>
              <a:ext uri="{FF2B5EF4-FFF2-40B4-BE49-F238E27FC236}">
                <a16:creationId xmlns:a16="http://schemas.microsoft.com/office/drawing/2014/main" id="{967C04D7-7CBE-4F32-CF10-4A85B1ADD615}"/>
              </a:ext>
            </a:extLst>
          </p:cNvPr>
          <p:cNvSpPr txBox="1">
            <a:spLocks noGrp="1" noChangeArrowheads="1"/>
          </p:cNvSpPr>
          <p:nvPr>
            <p:ph type="sldNum" sz="quarter" idx="10"/>
          </p:nvPr>
        </p:nvSpPr>
        <p:spPr>
          <a:xfrm>
            <a:off x="8636000" y="6319838"/>
            <a:ext cx="327025" cy="271462"/>
          </a:xfrm>
        </p:spPr>
        <p:txBody>
          <a:bodyPr anchor="ctr"/>
          <a:lstStyle>
            <a:lvl1pPr>
              <a:defRPr sz="1400">
                <a:solidFill>
                  <a:srgbClr val="FFFFFF"/>
                </a:solidFill>
                <a:latin typeface="Rockwell Bold" panose="02060803030505020403" pitchFamily="18" charset="0"/>
                <a:sym typeface="Rockwell Bold" panose="02060803030505020403" pitchFamily="18" charset="0"/>
              </a:defRPr>
            </a:lvl1pPr>
          </a:lstStyle>
          <a:p>
            <a:fld id="{30FA0DC2-7E31-425D-83AE-6359D4D542B4}" type="slidenum">
              <a:rPr lang="en-US" altLang="en-US"/>
              <a:pPr/>
              <a:t>‹#›</a:t>
            </a:fld>
            <a:endParaRPr lang="en-US" altLang="en-US"/>
          </a:p>
        </p:txBody>
      </p:sp>
    </p:spTree>
    <p:extLst>
      <p:ext uri="{BB962C8B-B14F-4D97-AF65-F5344CB8AC3E}">
        <p14:creationId xmlns:p14="http://schemas.microsoft.com/office/powerpoint/2010/main" val="349558770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026" name="Google Shape;12;p285">
            <a:extLst>
              <a:ext uri="{FF2B5EF4-FFF2-40B4-BE49-F238E27FC236}">
                <a16:creationId xmlns:a16="http://schemas.microsoft.com/office/drawing/2014/main" id="{542EA0CD-9A9F-A92F-3667-E2D9064CFE17}"/>
              </a:ext>
            </a:extLst>
          </p:cNvPr>
          <p:cNvGrpSpPr>
            <a:grpSpLocks/>
          </p:cNvGrpSpPr>
          <p:nvPr/>
        </p:nvGrpSpPr>
        <p:grpSpPr bwMode="auto">
          <a:xfrm>
            <a:off x="590550" y="990600"/>
            <a:ext cx="7958138" cy="109538"/>
            <a:chOff x="0" y="0"/>
            <a:chExt cx="7958138" cy="109537"/>
          </a:xfrm>
        </p:grpSpPr>
        <p:sp>
          <p:nvSpPr>
            <p:cNvPr id="1031" name="Rectangle">
              <a:extLst>
                <a:ext uri="{FF2B5EF4-FFF2-40B4-BE49-F238E27FC236}">
                  <a16:creationId xmlns:a16="http://schemas.microsoft.com/office/drawing/2014/main" id="{81585177-271B-DB92-4037-1364E6C07AD7}"/>
                </a:ext>
              </a:extLst>
            </p:cNvPr>
            <p:cNvSpPr>
              <a:spLocks noChangeArrowheads="1"/>
            </p:cNvSpPr>
            <p:nvPr/>
          </p:nvSpPr>
          <p:spPr bwMode="auto">
            <a:xfrm>
              <a:off x="-1" y="-1"/>
              <a:ext cx="4655512" cy="109539"/>
            </a:xfrm>
            <a:prstGeom prst="rect">
              <a:avLst/>
            </a:prstGeom>
            <a:solidFill>
              <a:schemeClr val="accent2"/>
            </a:solidFill>
            <a:ln w="9525">
              <a:solidFill>
                <a:schemeClr val="accent2"/>
              </a:solidFill>
              <a:round/>
              <a:headEnd/>
              <a:tailEnd/>
            </a:ln>
          </p:spPr>
          <p:txBody>
            <a:bodyPr lIns="45719" tIns="45719" rIns="45719" bIns="45719"/>
            <a:lstStyle/>
            <a:p>
              <a:pPr eaLnBrk="1"/>
              <a:endParaRPr lang="en-US" altLang="en-US" sz="1800">
                <a:latin typeface="Verdana" panose="020B0604030504040204" pitchFamily="34" charset="0"/>
                <a:sym typeface="Verdana" panose="020B0604030504040204" pitchFamily="34" charset="0"/>
              </a:endParaRPr>
            </a:p>
          </p:txBody>
        </p:sp>
        <p:sp>
          <p:nvSpPr>
            <p:cNvPr id="1032" name="Line">
              <a:extLst>
                <a:ext uri="{FF2B5EF4-FFF2-40B4-BE49-F238E27FC236}">
                  <a16:creationId xmlns:a16="http://schemas.microsoft.com/office/drawing/2014/main" id="{B5228C68-01BA-5F48-1EE3-EA4D33C4056F}"/>
                </a:ext>
              </a:extLst>
            </p:cNvPr>
            <p:cNvSpPr>
              <a:spLocks noChangeShapeType="1"/>
            </p:cNvSpPr>
            <p:nvPr/>
          </p:nvSpPr>
          <p:spPr bwMode="auto">
            <a:xfrm>
              <a:off x="-1" y="-1"/>
              <a:ext cx="7958140"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45719" tIns="45719" rIns="45719" bIns="45719"/>
            <a:lstStyle/>
            <a:p>
              <a:endParaRPr lang="en-IN"/>
            </a:p>
          </p:txBody>
        </p:sp>
      </p:grpSp>
      <p:sp>
        <p:nvSpPr>
          <p:cNvPr id="1027" name="Google Shape;13;p285">
            <a:extLst>
              <a:ext uri="{FF2B5EF4-FFF2-40B4-BE49-F238E27FC236}">
                <a16:creationId xmlns:a16="http://schemas.microsoft.com/office/drawing/2014/main" id="{1A7F7023-678B-C50A-B3F9-C8F29F252AE2}"/>
              </a:ext>
            </a:extLst>
          </p:cNvPr>
          <p:cNvSpPr>
            <a:spLocks noChangeShapeType="1"/>
          </p:cNvSpPr>
          <p:nvPr/>
        </p:nvSpPr>
        <p:spPr bwMode="auto">
          <a:xfrm>
            <a:off x="609600" y="6353175"/>
            <a:ext cx="7924800" cy="0"/>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lIns="45719" rIns="45719"/>
          <a:lstStyle/>
          <a:p>
            <a:endParaRPr lang="en-IN"/>
          </a:p>
        </p:txBody>
      </p:sp>
      <p:sp>
        <p:nvSpPr>
          <p:cNvPr id="1028" name="Title Text">
            <a:extLst>
              <a:ext uri="{FF2B5EF4-FFF2-40B4-BE49-F238E27FC236}">
                <a16:creationId xmlns:a16="http://schemas.microsoft.com/office/drawing/2014/main" id="{25DE29E6-231C-8E52-C09F-69B52F8836E0}"/>
              </a:ext>
            </a:extLst>
          </p:cNvPr>
          <p:cNvSpPr txBox="1">
            <a:spLocks noGrp="1" noChangeArrowheads="1"/>
          </p:cNvSpPr>
          <p:nvPr>
            <p:ph type="title"/>
          </p:nvPr>
        </p:nvSpPr>
        <p:spPr bwMode="auto">
          <a:xfrm>
            <a:off x="574675" y="152400"/>
            <a:ext cx="8001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699" tIns="45699" rIns="45699" bIns="45699" numCol="1" anchor="b" anchorCtr="0" compatLnSpc="1">
            <a:prstTxWarp prst="textNoShape">
              <a:avLst/>
            </a:prstTxWarp>
          </a:bodyPr>
          <a:lstStyle/>
          <a:p>
            <a:pPr lvl="0"/>
            <a:r>
              <a:rPr lang="en-US" altLang="en-US">
                <a:sym typeface="Verdana" panose="020B0604030504040204" pitchFamily="34" charset="0"/>
              </a:rPr>
              <a:t>Title Text</a:t>
            </a:r>
          </a:p>
        </p:txBody>
      </p:sp>
      <p:sp>
        <p:nvSpPr>
          <p:cNvPr id="1029" name="Body Level One…">
            <a:extLst>
              <a:ext uri="{FF2B5EF4-FFF2-40B4-BE49-F238E27FC236}">
                <a16:creationId xmlns:a16="http://schemas.microsoft.com/office/drawing/2014/main" id="{985167BF-7637-649C-9FBF-60A05D1C2611}"/>
              </a:ext>
            </a:extLst>
          </p:cNvPr>
          <p:cNvSpPr txBox="1">
            <a:spLocks noGrp="1" noChangeArrowheads="1"/>
          </p:cNvSpPr>
          <p:nvPr>
            <p:ph type="body" idx="1"/>
          </p:nvPr>
        </p:nvSpPr>
        <p:spPr bwMode="auto">
          <a:xfrm>
            <a:off x="566738" y="1219200"/>
            <a:ext cx="8001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699" tIns="45699" rIns="45699" bIns="45699" numCol="1" anchor="t" anchorCtr="0" compatLnSpc="1">
            <a:prstTxWarp prst="textNoShape">
              <a:avLst/>
            </a:prstTxWarp>
          </a:bodyPr>
          <a:lstStyle/>
          <a:p>
            <a:pPr lvl="0"/>
            <a:r>
              <a:rPr lang="en-US" altLang="en-US">
                <a:sym typeface="Verdana" panose="020B0604030504040204" pitchFamily="34" charset="0"/>
              </a:rPr>
              <a:t>Body Level One</a:t>
            </a:r>
          </a:p>
          <a:p>
            <a:pPr lvl="1"/>
            <a:r>
              <a:rPr lang="en-US" altLang="en-US">
                <a:sym typeface="Verdana" panose="020B0604030504040204" pitchFamily="34" charset="0"/>
              </a:rPr>
              <a:t>Body Level Two</a:t>
            </a:r>
          </a:p>
          <a:p>
            <a:pPr lvl="2"/>
            <a:r>
              <a:rPr lang="en-US" altLang="en-US">
                <a:sym typeface="Verdana" panose="020B0604030504040204" pitchFamily="34" charset="0"/>
              </a:rPr>
              <a:t>Body Level Three</a:t>
            </a:r>
          </a:p>
          <a:p>
            <a:pPr lvl="3"/>
            <a:r>
              <a:rPr lang="en-US" altLang="en-US">
                <a:sym typeface="Verdana" panose="020B0604030504040204" pitchFamily="34" charset="0"/>
              </a:rPr>
              <a:t>Body Level Four</a:t>
            </a:r>
          </a:p>
          <a:p>
            <a:pPr lvl="4"/>
            <a:r>
              <a:rPr lang="en-US" altLang="en-US">
                <a:sym typeface="Verdana" panose="020B0604030504040204" pitchFamily="34" charset="0"/>
              </a:rPr>
              <a:t>Body Level Five</a:t>
            </a:r>
          </a:p>
        </p:txBody>
      </p:sp>
      <p:sp>
        <p:nvSpPr>
          <p:cNvPr id="1030" name="Slide Number">
            <a:extLst>
              <a:ext uri="{FF2B5EF4-FFF2-40B4-BE49-F238E27FC236}">
                <a16:creationId xmlns:a16="http://schemas.microsoft.com/office/drawing/2014/main" id="{F57B4808-D5BB-9E53-6D94-8218991ABA79}"/>
              </a:ext>
            </a:extLst>
          </p:cNvPr>
          <p:cNvSpPr txBox="1">
            <a:spLocks noGrp="1" noChangeArrowheads="1"/>
          </p:cNvSpPr>
          <p:nvPr>
            <p:ph type="sldNum" sz="quarter" idx="2"/>
          </p:nvPr>
        </p:nvSpPr>
        <p:spPr bwMode="auto">
          <a:xfrm>
            <a:off x="8261350" y="6400800"/>
            <a:ext cx="2730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none" lIns="45699" tIns="45699" rIns="45699" bIns="45699" numCol="1" anchor="t" anchorCtr="0" compatLnSpc="1">
            <a:prstTxWarp prst="textNoShape">
              <a:avLst/>
            </a:prstTxWarp>
            <a:spAutoFit/>
          </a:bodyPr>
          <a:lstStyle>
            <a:lvl1pPr algn="r" eaLnBrk="1">
              <a:defRPr sz="1200">
                <a:solidFill>
                  <a:srgbClr val="003366"/>
                </a:solidFill>
              </a:defRPr>
            </a:lvl1pPr>
          </a:lstStyle>
          <a:p>
            <a:fld id="{41B241C0-1BE8-41D6-A3E7-195C3F217C9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97"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Lst>
  <p:transition spd="med"/>
  <p:hf hdr="0" dt="0"/>
  <p:txStyles>
    <p:titleStyle>
      <a:lvl1pPr algn="l" rtl="0" eaLnBrk="0" fontAlgn="base" hangingPunct="0">
        <a:spcBef>
          <a:spcPct val="0"/>
        </a:spcBef>
        <a:spcAft>
          <a:spcPct val="0"/>
        </a:spcAft>
        <a:defRPr sz="3200">
          <a:solidFill>
            <a:srgbClr val="003366"/>
          </a:solidFill>
          <a:latin typeface="Verdana"/>
          <a:ea typeface="Verdana"/>
          <a:cs typeface="Verdana"/>
          <a:sym typeface="Verdana" panose="020B0604030504040204" pitchFamily="34" charset="0"/>
        </a:defRPr>
      </a:lvl1pPr>
      <a:lvl2pPr algn="l" rtl="0" eaLnBrk="0" fontAlgn="base" hangingPunct="0">
        <a:spcBef>
          <a:spcPct val="0"/>
        </a:spcBef>
        <a:spcAft>
          <a:spcPct val="0"/>
        </a:spcAft>
        <a:defRPr sz="3200">
          <a:solidFill>
            <a:srgbClr val="003366"/>
          </a:solidFill>
          <a:latin typeface="Verdana"/>
          <a:ea typeface="Verdana"/>
          <a:cs typeface="Verdana"/>
          <a:sym typeface="Verdana" panose="020B0604030504040204" pitchFamily="34" charset="0"/>
        </a:defRPr>
      </a:lvl2pPr>
      <a:lvl3pPr algn="l" rtl="0" eaLnBrk="0" fontAlgn="base" hangingPunct="0">
        <a:spcBef>
          <a:spcPct val="0"/>
        </a:spcBef>
        <a:spcAft>
          <a:spcPct val="0"/>
        </a:spcAft>
        <a:defRPr sz="3200">
          <a:solidFill>
            <a:srgbClr val="003366"/>
          </a:solidFill>
          <a:latin typeface="Verdana"/>
          <a:ea typeface="Verdana"/>
          <a:cs typeface="Verdana"/>
          <a:sym typeface="Verdana" panose="020B0604030504040204" pitchFamily="34" charset="0"/>
        </a:defRPr>
      </a:lvl3pPr>
      <a:lvl4pPr algn="l" rtl="0" eaLnBrk="0" fontAlgn="base" hangingPunct="0">
        <a:spcBef>
          <a:spcPct val="0"/>
        </a:spcBef>
        <a:spcAft>
          <a:spcPct val="0"/>
        </a:spcAft>
        <a:defRPr sz="3200">
          <a:solidFill>
            <a:srgbClr val="003366"/>
          </a:solidFill>
          <a:latin typeface="Verdana"/>
          <a:ea typeface="Verdana"/>
          <a:cs typeface="Verdana"/>
          <a:sym typeface="Verdana" panose="020B0604030504040204" pitchFamily="34" charset="0"/>
        </a:defRPr>
      </a:lvl4pPr>
      <a:lvl5pPr algn="l" rtl="0" eaLnBrk="0" fontAlgn="base" hangingPunct="0">
        <a:spcBef>
          <a:spcPct val="0"/>
        </a:spcBef>
        <a:spcAft>
          <a:spcPct val="0"/>
        </a:spcAft>
        <a:defRPr sz="3200">
          <a:solidFill>
            <a:srgbClr val="003366"/>
          </a:solidFill>
          <a:latin typeface="Verdana"/>
          <a:ea typeface="Verdana"/>
          <a:cs typeface="Verdana"/>
          <a:sym typeface="Verdana" panose="020B0604030504040204" pitchFamily="34" charset="0"/>
        </a:defRPr>
      </a:lvl5pPr>
      <a:lvl6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003366"/>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003366"/>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003366"/>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sz="3200" b="0" i="0" u="none" strike="noStrike" cap="none" spc="0" baseline="0">
          <a:solidFill>
            <a:srgbClr val="003366"/>
          </a:solidFill>
          <a:uFillTx/>
          <a:latin typeface="Verdana"/>
          <a:ea typeface="Verdana"/>
          <a:cs typeface="Verdana"/>
          <a:sym typeface="Verdana"/>
        </a:defRPr>
      </a:lvl9pPr>
    </p:titleStyle>
    <p:bodyStyle>
      <a:lvl1pPr marL="457200" indent="-342900" algn="l" rtl="0" eaLnBrk="0" fontAlgn="base" hangingPunct="0">
        <a:spcBef>
          <a:spcPts val="300"/>
        </a:spcBef>
        <a:spcAft>
          <a:spcPct val="0"/>
        </a:spcAft>
        <a:buClr>
          <a:schemeClr val="accent2"/>
        </a:buClr>
        <a:buSzPts val="3000"/>
        <a:buFont typeface="Helvetica" panose="020B0604020202020204" pitchFamily="34" charset="0"/>
        <a:buChar char="□"/>
        <a:defRPr sz="3000">
          <a:solidFill>
            <a:srgbClr val="003366"/>
          </a:solidFill>
          <a:latin typeface="Verdana"/>
          <a:ea typeface="Verdana"/>
          <a:cs typeface="Verdana"/>
          <a:sym typeface="Verdana" panose="020B0604030504040204" pitchFamily="34" charset="0"/>
        </a:defRPr>
      </a:lvl1pPr>
      <a:lvl2pPr marL="966788" indent="-395288" algn="l" rtl="0" eaLnBrk="0" fontAlgn="base" hangingPunct="0">
        <a:spcBef>
          <a:spcPts val="300"/>
        </a:spcBef>
        <a:spcAft>
          <a:spcPct val="0"/>
        </a:spcAft>
        <a:buClr>
          <a:schemeClr val="accent2"/>
        </a:buClr>
        <a:buSzPts val="3000"/>
        <a:buFont typeface="Helvetica" panose="020B0604020202020204" pitchFamily="34" charset="0"/>
        <a:buChar char="■"/>
        <a:defRPr sz="3000">
          <a:solidFill>
            <a:srgbClr val="003366"/>
          </a:solidFill>
          <a:latin typeface="Verdana"/>
          <a:ea typeface="Verdana"/>
          <a:cs typeface="Verdana"/>
          <a:sym typeface="Verdana" panose="020B0604030504040204" pitchFamily="34" charset="0"/>
        </a:defRPr>
      </a:lvl2pPr>
      <a:lvl3pPr marL="1474788" indent="-446088" algn="l" rtl="0" eaLnBrk="0" fontAlgn="base" hangingPunct="0">
        <a:spcBef>
          <a:spcPts val="300"/>
        </a:spcBef>
        <a:spcAft>
          <a:spcPct val="0"/>
        </a:spcAft>
        <a:buClr>
          <a:schemeClr val="accent2"/>
        </a:buClr>
        <a:buSzPts val="3000"/>
        <a:buFont typeface="Helvetica" panose="020B0604020202020204" pitchFamily="34" charset="0"/>
        <a:buChar char="□"/>
        <a:defRPr sz="3000">
          <a:solidFill>
            <a:srgbClr val="003366"/>
          </a:solidFill>
          <a:latin typeface="Verdana"/>
          <a:ea typeface="Verdana"/>
          <a:cs typeface="Verdana"/>
          <a:sym typeface="Verdana" panose="020B0604030504040204" pitchFamily="34" charset="0"/>
        </a:defRPr>
      </a:lvl3pPr>
      <a:lvl4pPr marL="2000250" indent="-514350" algn="l" rtl="0" eaLnBrk="0" fontAlgn="base" hangingPunct="0">
        <a:spcBef>
          <a:spcPts val="300"/>
        </a:spcBef>
        <a:spcAft>
          <a:spcPct val="0"/>
        </a:spcAft>
        <a:buClr>
          <a:schemeClr val="accent2"/>
        </a:buClr>
        <a:buSzPts val="3000"/>
        <a:buFont typeface="Helvetica" panose="020B0604020202020204" pitchFamily="34" charset="0"/>
        <a:buChar char="■"/>
        <a:defRPr sz="3000">
          <a:solidFill>
            <a:srgbClr val="003366"/>
          </a:solidFill>
          <a:latin typeface="Verdana"/>
          <a:ea typeface="Verdana"/>
          <a:cs typeface="Verdana"/>
          <a:sym typeface="Verdana" panose="020B0604030504040204" pitchFamily="34" charset="0"/>
        </a:defRPr>
      </a:lvl4pPr>
      <a:lvl5pPr marL="2457450" indent="-514350" algn="l" rtl="0" eaLnBrk="0" fontAlgn="base" hangingPunct="0">
        <a:spcBef>
          <a:spcPts val="300"/>
        </a:spcBef>
        <a:spcAft>
          <a:spcPct val="0"/>
        </a:spcAft>
        <a:buClr>
          <a:schemeClr val="accent2"/>
        </a:buClr>
        <a:buSzPts val="3000"/>
        <a:buFont typeface="Helvetica" panose="020B0604020202020204" pitchFamily="34" charset="0"/>
        <a:buChar char="▪"/>
        <a:defRPr sz="3000">
          <a:solidFill>
            <a:srgbClr val="003366"/>
          </a:solidFill>
          <a:latin typeface="Verdana"/>
          <a:ea typeface="Verdana"/>
          <a:cs typeface="Verdana"/>
          <a:sym typeface="Verdana" panose="020B0604030504040204" pitchFamily="34" charset="0"/>
        </a:defRPr>
      </a:lvl5pPr>
      <a:lvl6pPr marL="2914650" marR="0" indent="-514350" algn="l" defTabSz="914400" rtl="0" latinLnBrk="0">
        <a:lnSpc>
          <a:spcPct val="100000"/>
        </a:lnSpc>
        <a:spcBef>
          <a:spcPts val="300"/>
        </a:spcBef>
        <a:spcAft>
          <a:spcPts val="0"/>
        </a:spcAft>
        <a:buClr>
          <a:schemeClr val="accent2"/>
        </a:buClr>
        <a:buSzPts val="3000"/>
        <a:buFont typeface="Helvetica"/>
        <a:buChar char="▪"/>
        <a:tabLst/>
        <a:defRPr sz="3000" b="0" i="0" u="none" strike="noStrike" cap="none" spc="0" baseline="0">
          <a:solidFill>
            <a:srgbClr val="003366"/>
          </a:solidFill>
          <a:uFillTx/>
          <a:latin typeface="Verdana"/>
          <a:ea typeface="Verdana"/>
          <a:cs typeface="Verdana"/>
          <a:sym typeface="Verdana"/>
        </a:defRPr>
      </a:lvl6pPr>
      <a:lvl7pPr marL="3371850" marR="0" indent="-514350" algn="l" defTabSz="914400" rtl="0" latinLnBrk="0">
        <a:lnSpc>
          <a:spcPct val="100000"/>
        </a:lnSpc>
        <a:spcBef>
          <a:spcPts val="300"/>
        </a:spcBef>
        <a:spcAft>
          <a:spcPts val="0"/>
        </a:spcAft>
        <a:buClr>
          <a:schemeClr val="accent2"/>
        </a:buClr>
        <a:buSzPts val="3000"/>
        <a:buFont typeface="Helvetica"/>
        <a:buChar char="▪"/>
        <a:tabLst/>
        <a:defRPr sz="3000" b="0" i="0" u="none" strike="noStrike" cap="none" spc="0" baseline="0">
          <a:solidFill>
            <a:srgbClr val="003366"/>
          </a:solidFill>
          <a:uFillTx/>
          <a:latin typeface="Verdana"/>
          <a:ea typeface="Verdana"/>
          <a:cs typeface="Verdana"/>
          <a:sym typeface="Verdana"/>
        </a:defRPr>
      </a:lvl7pPr>
      <a:lvl8pPr marL="3829050" marR="0" indent="-514350" algn="l" defTabSz="914400" rtl="0" latinLnBrk="0">
        <a:lnSpc>
          <a:spcPct val="100000"/>
        </a:lnSpc>
        <a:spcBef>
          <a:spcPts val="300"/>
        </a:spcBef>
        <a:spcAft>
          <a:spcPts val="0"/>
        </a:spcAft>
        <a:buClr>
          <a:schemeClr val="accent2"/>
        </a:buClr>
        <a:buSzPts val="3000"/>
        <a:buFont typeface="Helvetica"/>
        <a:buChar char="▪"/>
        <a:tabLst/>
        <a:defRPr sz="3000" b="0" i="0" u="none" strike="noStrike" cap="none" spc="0" baseline="0">
          <a:solidFill>
            <a:srgbClr val="003366"/>
          </a:solidFill>
          <a:uFillTx/>
          <a:latin typeface="Verdana"/>
          <a:ea typeface="Verdana"/>
          <a:cs typeface="Verdana"/>
          <a:sym typeface="Verdana"/>
        </a:defRPr>
      </a:lvl8pPr>
      <a:lvl9pPr marL="4286250" marR="0" indent="-514350" algn="l" defTabSz="914400" rtl="0" latinLnBrk="0">
        <a:lnSpc>
          <a:spcPct val="100000"/>
        </a:lnSpc>
        <a:spcBef>
          <a:spcPts val="300"/>
        </a:spcBef>
        <a:spcAft>
          <a:spcPts val="0"/>
        </a:spcAft>
        <a:buClr>
          <a:schemeClr val="accent2"/>
        </a:buClr>
        <a:buSzPts val="3000"/>
        <a:buFont typeface="Helvetica"/>
        <a:buChar char="▪"/>
        <a:tabLst/>
        <a:defRPr sz="3000" b="0" i="0" u="none" strike="noStrike" cap="none" spc="0" baseline="0">
          <a:solidFill>
            <a:srgbClr val="003366"/>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Google Shape;207;g1873cf17e02_0_0">
            <a:extLst>
              <a:ext uri="{FF2B5EF4-FFF2-40B4-BE49-F238E27FC236}">
                <a16:creationId xmlns:a16="http://schemas.microsoft.com/office/drawing/2014/main" id="{CD1E4161-6FAE-927C-4E3C-6C963CD8E354}"/>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DBMS  </a:t>
            </a:r>
          </a:p>
        </p:txBody>
      </p:sp>
      <p:sp>
        <p:nvSpPr>
          <p:cNvPr id="16387" name="Google Shape;208;g1873cf17e02_0_0">
            <a:extLst>
              <a:ext uri="{FF2B5EF4-FFF2-40B4-BE49-F238E27FC236}">
                <a16:creationId xmlns:a16="http://schemas.microsoft.com/office/drawing/2014/main" id="{D6681415-7F4F-7084-955E-8F1385BD3375}"/>
              </a:ext>
            </a:extLst>
          </p:cNvPr>
          <p:cNvSpPr>
            <a:spLocks noGrp="1" noChangeArrowheads="1"/>
          </p:cNvSpPr>
          <p:nvPr>
            <p:ph type="sldNum" sz="quarter" idx="10"/>
          </p:nvPr>
        </p:nvSpPr>
        <p:spPr>
          <a:xfrm>
            <a:off x="8269288" y="6248400"/>
            <a:ext cx="188912" cy="263525"/>
          </a:xfrm>
          <a:noFill/>
        </p:spPr>
        <p:txBody>
          <a:bodyPr/>
          <a:lstStyle/>
          <a:p>
            <a:fld id="{946675C5-A471-4EEC-84E4-B85A12167B90}" type="slidenum">
              <a:rPr lang="en-US" altLang="en-US"/>
              <a:pPr/>
              <a:t>1</a:t>
            </a:fld>
            <a:endParaRPr lang="en-US" alt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Google Shape;214;p2">
            <a:extLst>
              <a:ext uri="{FF2B5EF4-FFF2-40B4-BE49-F238E27FC236}">
                <a16:creationId xmlns:a16="http://schemas.microsoft.com/office/drawing/2014/main" id="{26D4EE9F-9A91-13D3-2053-8B09B21509F5}"/>
              </a:ext>
            </a:extLst>
          </p:cNvPr>
          <p:cNvSpPr txBox="1">
            <a:spLocks noGrp="1" noChangeArrowheads="1"/>
          </p:cNvSpPr>
          <p:nvPr>
            <p:ph type="title"/>
          </p:nvPr>
        </p:nvSpPr>
        <p:spPr/>
        <p:txBody>
          <a:bodyPr/>
          <a:lstStyle/>
          <a:p>
            <a:pPr eaLnBrk="1" hangingPunct="1"/>
            <a:r>
              <a:rPr lang="en-US" altLang="en-US" sz="2800">
                <a:latin typeface="Verdana" panose="020B0604030504040204" pitchFamily="34" charset="0"/>
                <a:ea typeface="Verdana" panose="020B0604030504040204" pitchFamily="34" charset="0"/>
                <a:cs typeface="Verdana" panose="020B0604030504040204" pitchFamily="34" charset="0"/>
              </a:rPr>
              <a:t>Topics </a:t>
            </a:r>
          </a:p>
        </p:txBody>
      </p:sp>
      <p:sp>
        <p:nvSpPr>
          <p:cNvPr id="17412" name="Google Shape;215;p2">
            <a:extLst>
              <a:ext uri="{FF2B5EF4-FFF2-40B4-BE49-F238E27FC236}">
                <a16:creationId xmlns:a16="http://schemas.microsoft.com/office/drawing/2014/main" id="{D4DAF042-EDA2-42AB-E3CA-68BD88491A0A}"/>
              </a:ext>
            </a:extLst>
          </p:cNvPr>
          <p:cNvSpPr txBox="1">
            <a:spLocks noGrp="1" noChangeArrowheads="1"/>
          </p:cNvSpPr>
          <p:nvPr>
            <p:ph type="body" sz="half" idx="1"/>
          </p:nvPr>
        </p:nvSpPr>
        <p:spPr>
          <a:xfrm>
            <a:off x="857250" y="2941638"/>
            <a:ext cx="7010400" cy="3046412"/>
          </a:xfrm>
        </p:spPr>
        <p:txBody>
          <a:bodyPr/>
          <a:lstStyle/>
          <a:p>
            <a:pPr marL="0" indent="0" eaLnBrk="1" hangingPunct="1">
              <a:lnSpc>
                <a:spcPct val="80000"/>
              </a:lnSpc>
              <a:spcBef>
                <a:spcPct val="0"/>
              </a:spcBef>
            </a:pPr>
            <a:r>
              <a:rPr lang="en-US" altLang="en-US" sz="2000" b="1">
                <a:latin typeface="Verdana" panose="020B0604030504040204" pitchFamily="34" charset="0"/>
                <a:ea typeface="Verdana" panose="020B0604030504040204" pitchFamily="34" charset="0"/>
                <a:cs typeface="Verdana" panose="020B0604030504040204" pitchFamily="34" charset="0"/>
              </a:rPr>
              <a:t>Unit 4:</a:t>
            </a:r>
            <a:r>
              <a:rPr lang="en-US" altLang="en-US" sz="2000">
                <a:latin typeface="Verdana" panose="020B0604030504040204" pitchFamily="34" charset="0"/>
                <a:ea typeface="Verdana" panose="020B0604030504040204" pitchFamily="34" charset="0"/>
                <a:cs typeface="Verdana" panose="020B0604030504040204" pitchFamily="34" charset="0"/>
              </a:rPr>
              <a:t> </a:t>
            </a:r>
          </a:p>
          <a:p>
            <a:pPr marL="0" indent="0" eaLnBrk="1" hangingPunct="1">
              <a:lnSpc>
                <a:spcPct val="80000"/>
              </a:lnSpc>
              <a:spcBef>
                <a:spcPts val="400"/>
              </a:spcBef>
            </a:pPr>
            <a:r>
              <a:rPr lang="en-US" altLang="en-US" sz="2000">
                <a:latin typeface="Verdana" panose="020B0604030504040204" pitchFamily="34" charset="0"/>
                <a:ea typeface="Verdana" panose="020B0604030504040204" pitchFamily="34" charset="0"/>
                <a:cs typeface="Verdana" panose="020B0604030504040204" pitchFamily="34" charset="0"/>
              </a:rPr>
              <a:t>- An overview of NoSQL</a:t>
            </a:r>
          </a:p>
          <a:p>
            <a:pPr marL="0" indent="0" eaLnBrk="1" hangingPunct="1">
              <a:lnSpc>
                <a:spcPct val="80000"/>
              </a:lnSpc>
              <a:spcBef>
                <a:spcPts val="400"/>
              </a:spcBef>
            </a:pPr>
            <a:r>
              <a:rPr lang="en-US" altLang="en-US" sz="2000">
                <a:latin typeface="Verdana" panose="020B0604030504040204" pitchFamily="34" charset="0"/>
                <a:ea typeface="Verdana" panose="020B0604030504040204" pitchFamily="34" charset="0"/>
                <a:cs typeface="Verdana" panose="020B0604030504040204" pitchFamily="34" charset="0"/>
              </a:rPr>
              <a:t>- Characteristics of NoSQL</a:t>
            </a:r>
          </a:p>
          <a:p>
            <a:pPr marL="0" indent="0" eaLnBrk="1" hangingPunct="1">
              <a:lnSpc>
                <a:spcPct val="80000"/>
              </a:lnSpc>
              <a:spcBef>
                <a:spcPts val="400"/>
              </a:spcBef>
            </a:pPr>
            <a:r>
              <a:rPr lang="en-US" altLang="en-US" sz="2000">
                <a:latin typeface="Verdana" panose="020B0604030504040204" pitchFamily="34" charset="0"/>
                <a:ea typeface="Verdana" panose="020B0604030504040204" pitchFamily="34" charset="0"/>
                <a:cs typeface="Verdana" panose="020B0604030504040204" pitchFamily="34" charset="0"/>
              </a:rPr>
              <a:t>- NoSQL storage types</a:t>
            </a:r>
          </a:p>
          <a:p>
            <a:pPr marL="0" indent="0" eaLnBrk="1" hangingPunct="1">
              <a:lnSpc>
                <a:spcPct val="80000"/>
              </a:lnSpc>
              <a:spcBef>
                <a:spcPts val="400"/>
              </a:spcBef>
            </a:pPr>
            <a:r>
              <a:rPr lang="en-US" altLang="en-US" sz="2000">
                <a:latin typeface="Verdana" panose="020B0604030504040204" pitchFamily="34" charset="0"/>
                <a:ea typeface="Verdana" panose="020B0604030504040204" pitchFamily="34" charset="0"/>
                <a:cs typeface="Verdana" panose="020B0604030504040204" pitchFamily="34" charset="0"/>
              </a:rPr>
              <a:t>- Advantages and Drawbacks of NoSQL</a:t>
            </a:r>
          </a:p>
          <a:p>
            <a:pPr marL="0" indent="0" eaLnBrk="1" hangingPunct="1">
              <a:lnSpc>
                <a:spcPct val="80000"/>
              </a:lnSpc>
              <a:spcBef>
                <a:spcPts val="400"/>
              </a:spcBef>
            </a:pPr>
            <a:r>
              <a:rPr lang="en-US" altLang="en-US" sz="2000">
                <a:latin typeface="Verdana" panose="020B0604030504040204" pitchFamily="34" charset="0"/>
                <a:ea typeface="Verdana" panose="020B0604030504040204" pitchFamily="34" charset="0"/>
                <a:cs typeface="Verdana" panose="020B0604030504040204" pitchFamily="34" charset="0"/>
              </a:rPr>
              <a:t>- Case Study: Application definition Requirement Analysis</a:t>
            </a:r>
          </a:p>
          <a:p>
            <a:pPr marL="0" indent="0" eaLnBrk="1" hangingPunct="1">
              <a:lnSpc>
                <a:spcPct val="80000"/>
              </a:lnSpc>
              <a:spcBef>
                <a:spcPts val="400"/>
              </a:spcBef>
            </a:pPr>
            <a:r>
              <a:rPr lang="en-US" altLang="en-US" sz="2000">
                <a:latin typeface="Verdana" panose="020B0604030504040204" pitchFamily="34" charset="0"/>
                <a:ea typeface="Verdana" panose="020B0604030504040204" pitchFamily="34" charset="0"/>
                <a:cs typeface="Verdana" panose="020B0604030504040204" pitchFamily="34" charset="0"/>
              </a:rPr>
              <a:t>- Implementation using MongoDB</a:t>
            </a:r>
          </a:p>
          <a:p>
            <a:pPr marL="0" indent="0" eaLnBrk="1" hangingPunct="1">
              <a:lnSpc>
                <a:spcPct val="80000"/>
              </a:lnSpc>
              <a:spcBef>
                <a:spcPts val="400"/>
              </a:spcBef>
            </a:pPr>
            <a:r>
              <a:rPr lang="en-US" altLang="en-US" sz="2000">
                <a:latin typeface="Verdana" panose="020B0604030504040204" pitchFamily="34" charset="0"/>
                <a:ea typeface="Verdana" panose="020B0604030504040204" pitchFamily="34" charset="0"/>
                <a:cs typeface="Verdana" panose="020B0604030504040204" pitchFamily="34" charset="0"/>
              </a:rPr>
              <a:t>- Database Queries</a:t>
            </a:r>
          </a:p>
          <a:p>
            <a:pPr marL="0" indent="0" eaLnBrk="1" hangingPunct="1">
              <a:lnSpc>
                <a:spcPct val="80000"/>
              </a:lnSpc>
              <a:spcBef>
                <a:spcPts val="400"/>
              </a:spcBef>
            </a:pPr>
            <a:r>
              <a:rPr lang="en-US" altLang="en-US" sz="2000">
                <a:latin typeface="Verdana" panose="020B0604030504040204" pitchFamily="34" charset="0"/>
                <a:ea typeface="Verdana" panose="020B0604030504040204" pitchFamily="34" charset="0"/>
                <a:cs typeface="Verdana" panose="020B0604030504040204" pitchFamily="34" charset="0"/>
              </a:rPr>
              <a:t>- Writing Queries</a:t>
            </a:r>
          </a:p>
        </p:txBody>
      </p:sp>
      <p:sp>
        <p:nvSpPr>
          <p:cNvPr id="17413" name="Google Shape;217;p2">
            <a:extLst>
              <a:ext uri="{FF2B5EF4-FFF2-40B4-BE49-F238E27FC236}">
                <a16:creationId xmlns:a16="http://schemas.microsoft.com/office/drawing/2014/main" id="{2FF128D8-CED1-113E-6E2F-3971102385C2}"/>
              </a:ext>
            </a:extLst>
          </p:cNvPr>
          <p:cNvSpPr>
            <a:spLocks noGrp="1" noChangeArrowheads="1"/>
          </p:cNvSpPr>
          <p:nvPr>
            <p:ph type="sldNum" sz="quarter" idx="10"/>
          </p:nvPr>
        </p:nvSpPr>
        <p:spPr>
          <a:xfrm>
            <a:off x="8269288" y="6248400"/>
            <a:ext cx="188912" cy="263525"/>
          </a:xfrm>
          <a:noFill/>
        </p:spPr>
        <p:txBody>
          <a:bodyPr/>
          <a:lstStyle/>
          <a:p>
            <a:fld id="{110F9E11-C7A6-4F38-84A0-321929404E43}" type="slidenum">
              <a:rPr lang="en-US" altLang="en-US"/>
              <a:pPr/>
              <a:t>2</a:t>
            </a:fld>
            <a:endParaRPr lang="en-US" altLang="en-US"/>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Google Shape;222;g1f685ef6d38_0_236">
            <a:extLst>
              <a:ext uri="{FF2B5EF4-FFF2-40B4-BE49-F238E27FC236}">
                <a16:creationId xmlns:a16="http://schemas.microsoft.com/office/drawing/2014/main" id="{5F0039EC-DBD3-AE98-597D-AC48F9B6E661}"/>
              </a:ext>
            </a:extLst>
          </p:cNvPr>
          <p:cNvSpPr txBox="1">
            <a:spLocks noGrp="1" noChangeArrowheads="1"/>
          </p:cNvSpPr>
          <p:nvPr>
            <p:ph type="title"/>
          </p:nvPr>
        </p:nvSpPr>
        <p:spPr>
          <a:xfrm>
            <a:off x="801688" y="484188"/>
            <a:ext cx="7543800" cy="1609725"/>
          </a:xfrm>
        </p:spPr>
        <p:txBody>
          <a:bodyPr/>
          <a:lstStyle/>
          <a:p>
            <a:pPr eaLnBrk="1" hangingPunct="1"/>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NOSQL!</a:t>
            </a:r>
          </a:p>
        </p:txBody>
      </p:sp>
      <p:sp>
        <p:nvSpPr>
          <p:cNvPr id="18435" name="Google Shape;223;g1f685ef6d38_0_236">
            <a:extLst>
              <a:ext uri="{FF2B5EF4-FFF2-40B4-BE49-F238E27FC236}">
                <a16:creationId xmlns:a16="http://schemas.microsoft.com/office/drawing/2014/main" id="{ECE4E603-AE6B-56B4-09F2-3AC490340ADA}"/>
              </a:ext>
            </a:extLst>
          </p:cNvPr>
          <p:cNvSpPr txBox="1">
            <a:spLocks noGrp="1" noChangeArrowheads="1"/>
          </p:cNvSpPr>
          <p:nvPr>
            <p:ph type="body" idx="1"/>
          </p:nvPr>
        </p:nvSpPr>
        <p:spPr>
          <a:xfrm>
            <a:off x="884238" y="1563688"/>
            <a:ext cx="7183437" cy="4351337"/>
          </a:xfrm>
        </p:spPr>
        <p:txBody>
          <a:bodyPr/>
          <a:lstStyle/>
          <a:p>
            <a:pPr marL="0" indent="0" eaLnBrk="1" hangingPunct="1">
              <a:spcBef>
                <a:spcPct val="0"/>
              </a:spcBef>
              <a:buSzTx/>
              <a:buFont typeface="Helvetica" panose="020B0604020202020204" pitchFamily="34" charset="0"/>
              <a:buNone/>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NoSQL databases are currently a hot topic in some parts of computing, with over a hundred different NoSQL databases. </a:t>
            </a:r>
          </a:p>
        </p:txBody>
      </p:sp>
      <p:pic>
        <p:nvPicPr>
          <p:cNvPr id="18436" name="Google Shape;224;g1f685ef6d38_0_236" descr="Google Shape;224;g1f685ef6d38_0_236">
            <a:extLst>
              <a:ext uri="{FF2B5EF4-FFF2-40B4-BE49-F238E27FC236}">
                <a16:creationId xmlns:a16="http://schemas.microsoft.com/office/drawing/2014/main" id="{7F4947CF-AED9-7D23-77D1-AA28E348F1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2244725"/>
            <a:ext cx="4311650" cy="323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307D6536-E570-41A0-102A-1365F2853CAB}"/>
              </a:ext>
            </a:extLst>
          </p:cNvPr>
          <p:cNvSpPr>
            <a:spLocks noGrp="1"/>
          </p:cNvSpPr>
          <p:nvPr>
            <p:ph type="sldNum" sz="quarter" idx="10"/>
          </p:nvPr>
        </p:nvSpPr>
        <p:spPr/>
        <p:txBody>
          <a:bodyPr/>
          <a:lstStyle/>
          <a:p>
            <a:fld id="{6C28EDE5-0C7B-40A0-AC79-BD1F17A19DC7}" type="slidenum">
              <a:rPr lang="en-US" altLang="en-US" smtClean="0"/>
              <a:pPr/>
              <a:t>3</a:t>
            </a:fld>
            <a:endParaRPr lang="en-US" altLang="en-US"/>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Google Shape;230;g1f685ef6d38_0_242">
            <a:extLst>
              <a:ext uri="{FF2B5EF4-FFF2-40B4-BE49-F238E27FC236}">
                <a16:creationId xmlns:a16="http://schemas.microsoft.com/office/drawing/2014/main" id="{5147F302-2EF2-7958-32C1-45895241E12F}"/>
              </a:ext>
            </a:extLst>
          </p:cNvPr>
          <p:cNvSpPr txBox="1">
            <a:spLocks noGrp="1" noChangeArrowheads="1"/>
          </p:cNvSpPr>
          <p:nvPr>
            <p:ph type="title"/>
          </p:nvPr>
        </p:nvSpPr>
        <p:spPr>
          <a:xfrm>
            <a:off x="801688" y="484188"/>
            <a:ext cx="7543800" cy="1609725"/>
          </a:xfrm>
        </p:spPr>
        <p:txBody>
          <a:bodyPr/>
          <a:lstStyle/>
          <a:p>
            <a:pPr eaLnBrk="1" hangingPunct="1"/>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RDBMS CHARACTERISTICS</a:t>
            </a:r>
          </a:p>
        </p:txBody>
      </p:sp>
      <p:sp>
        <p:nvSpPr>
          <p:cNvPr id="302" name="Google Shape;231;g1f685ef6d38_0_242">
            <a:extLst>
              <a:ext uri="{FF2B5EF4-FFF2-40B4-BE49-F238E27FC236}">
                <a16:creationId xmlns:a16="http://schemas.microsoft.com/office/drawing/2014/main" id="{59FDEC8B-1624-FDD0-05BF-2C283AC1B271}"/>
              </a:ext>
            </a:extLst>
          </p:cNvPr>
          <p:cNvSpPr txBox="1">
            <a:spLocks noGrp="1" noChangeArrowheads="1"/>
          </p:cNvSpPr>
          <p:nvPr>
            <p:ph type="body" idx="1"/>
          </p:nvPr>
        </p:nvSpPr>
        <p:spPr>
          <a:xfrm>
            <a:off x="801688" y="2120900"/>
            <a:ext cx="7543800" cy="4051300"/>
          </a:xfrm>
        </p:spPr>
        <p:txBody>
          <a:bodyPr/>
          <a:lstStyle/>
          <a:p>
            <a:pPr marL="182563" indent="-174625" eaLnBrk="1" hangingPunct="1">
              <a:spcBef>
                <a:spcPct val="0"/>
              </a:spcBef>
              <a:buSzPct val="85000"/>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Data stored in columns and tables</a:t>
            </a:r>
          </a:p>
          <a:p>
            <a:pPr marL="182563" indent="-174625" eaLnBrk="1" hangingPunct="1">
              <a:buSzPct val="85000"/>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Relationships represented by data</a:t>
            </a:r>
          </a:p>
          <a:p>
            <a:pPr marL="182563" indent="-174625" eaLnBrk="1" hangingPunct="1">
              <a:buSzPct val="85000"/>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Data Manipulation Language</a:t>
            </a:r>
          </a:p>
          <a:p>
            <a:pPr marL="182563" indent="-174625" eaLnBrk="1" hangingPunct="1">
              <a:buSzPct val="85000"/>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Data Definition Language </a:t>
            </a:r>
          </a:p>
          <a:p>
            <a:pPr marL="182563" indent="-174625" eaLnBrk="1" hangingPunct="1">
              <a:buSzPct val="85000"/>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Transactions</a:t>
            </a:r>
          </a:p>
          <a:p>
            <a:pPr marL="182563" indent="-174625" eaLnBrk="1" hangingPunct="1">
              <a:buSzPct val="85000"/>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Abstraction from physical layer</a:t>
            </a:r>
          </a:p>
          <a:p>
            <a:pPr marL="182563" indent="-174625" eaLnBrk="1" hangingPunct="1">
              <a:buSzPct val="85000"/>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Applications specify what, not how</a:t>
            </a:r>
          </a:p>
          <a:p>
            <a:pPr marL="182563" indent="-174625" eaLnBrk="1" hangingPunct="1">
              <a:buSzPct val="85000"/>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Physical layer can change without modifying applications</a:t>
            </a:r>
          </a:p>
          <a:p>
            <a:pPr marL="457200" lvl="1" indent="-174625" eaLnBrk="1" hangingPunct="1">
              <a:spcBef>
                <a:spcPts val="400"/>
              </a:spcBef>
              <a:buSzPct val="850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Create indexes to support queries</a:t>
            </a:r>
          </a:p>
          <a:p>
            <a:pPr marL="457200" lvl="1" indent="-174625" eaLnBrk="1" hangingPunct="1">
              <a:spcBef>
                <a:spcPts val="600"/>
              </a:spcBef>
              <a:buSzPct val="850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In Memory databases</a:t>
            </a:r>
          </a:p>
        </p:txBody>
      </p:sp>
      <p:pic>
        <p:nvPicPr>
          <p:cNvPr id="19460" name="Google Shape;232;g1f685ef6d38_0_242" descr="Google Shape;232;g1f685ef6d38_0_242">
            <a:extLst>
              <a:ext uri="{FF2B5EF4-FFF2-40B4-BE49-F238E27FC236}">
                <a16:creationId xmlns:a16="http://schemas.microsoft.com/office/drawing/2014/main" id="{C2FEB061-EC7B-E8C6-048A-A04EC3B72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2900" y="2227263"/>
            <a:ext cx="333375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76BADC58-2F74-8FDE-9C38-B5F7ADFB8363}"/>
              </a:ext>
            </a:extLst>
          </p:cNvPr>
          <p:cNvSpPr>
            <a:spLocks noGrp="1"/>
          </p:cNvSpPr>
          <p:nvPr>
            <p:ph type="sldNum" sz="quarter" idx="10"/>
          </p:nvPr>
        </p:nvSpPr>
        <p:spPr/>
        <p:txBody>
          <a:bodyPr/>
          <a:lstStyle/>
          <a:p>
            <a:fld id="{6C28EDE5-0C7B-40A0-AC79-BD1F17A19DC7}" type="slidenum">
              <a:rPr lang="en-US" altLang="en-US" smtClean="0"/>
              <a:pPr/>
              <a:t>4</a:t>
            </a:fld>
            <a:endParaRPr lang="en-US" alt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p:tmAbs val="0"/>
                                  </p:iterate>
                                  <p:childTnLst>
                                    <p:set>
                                      <p:cBhvr>
                                        <p:cTn id="6" fill="hold"/>
                                        <p:tgtEl>
                                          <p:spTgt spid="30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302">
                                            <p:txEl>
                                              <p:pRg st="0" end="0"/>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iterate>
                                    <p:tmAbs val="0"/>
                                  </p:iterate>
                                  <p:childTnLst>
                                    <p:set>
                                      <p:cBhvr>
                                        <p:cTn id="12" fill="hold"/>
                                        <p:tgtEl>
                                          <p:spTgt spid="302">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iterate>
                                    <p:tmAbs val="0"/>
                                  </p:iterate>
                                  <p:childTnLst>
                                    <p:set>
                                      <p:cBhvr>
                                        <p:cTn id="16" fill="hold"/>
                                        <p:tgtEl>
                                          <p:spTgt spid="302">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iterate>
                                    <p:tmAbs val="0"/>
                                  </p:iterate>
                                  <p:childTnLst>
                                    <p:set>
                                      <p:cBhvr>
                                        <p:cTn id="20" fill="hold"/>
                                        <p:tgtEl>
                                          <p:spTgt spid="302">
                                            <p:txEl>
                                              <p:pRg st="3" end="3"/>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iterate>
                                    <p:tmAbs val="0"/>
                                  </p:iterate>
                                  <p:childTnLst>
                                    <p:set>
                                      <p:cBhvr>
                                        <p:cTn id="24" fill="hold"/>
                                        <p:tgtEl>
                                          <p:spTgt spid="302">
                                            <p:txEl>
                                              <p:pRg st="4" end="4"/>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iterate>
                                    <p:tmAbs val="0"/>
                                  </p:iterate>
                                  <p:childTnLst>
                                    <p:set>
                                      <p:cBhvr>
                                        <p:cTn id="28" fill="hold"/>
                                        <p:tgtEl>
                                          <p:spTgt spid="302">
                                            <p:txEl>
                                              <p:pRg st="5" end="5"/>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iterate>
                                    <p:tmAbs val="0"/>
                                  </p:iterate>
                                  <p:childTnLst>
                                    <p:set>
                                      <p:cBhvr>
                                        <p:cTn id="32" fill="hold"/>
                                        <p:tgtEl>
                                          <p:spTgt spid="302">
                                            <p:txEl>
                                              <p:pRg st="6" end="6"/>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iterate>
                                    <p:tmAbs val="0"/>
                                  </p:iterate>
                                  <p:childTnLst>
                                    <p:set>
                                      <p:cBhvr>
                                        <p:cTn id="36" fill="hold"/>
                                        <p:tgtEl>
                                          <p:spTgt spid="302">
                                            <p:txEl>
                                              <p:pRg st="7" end="7"/>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iterate>
                                    <p:tmAbs val="0"/>
                                  </p:iterate>
                                  <p:childTnLst>
                                    <p:set>
                                      <p:cBhvr>
                                        <p:cTn id="40" fill="hold"/>
                                        <p:tgtEl>
                                          <p:spTgt spid="302">
                                            <p:txEl>
                                              <p:pRg st="8" end="8"/>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iterate>
                                    <p:tmAbs val="0"/>
                                  </p:iterate>
                                  <p:childTnLst>
                                    <p:set>
                                      <p:cBhvr>
                                        <p:cTn id="44" fill="hold"/>
                                        <p:tgtEl>
                                          <p:spTgt spid="30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Google Shape;237;g1f685ef6d38_0_249">
            <a:extLst>
              <a:ext uri="{FF2B5EF4-FFF2-40B4-BE49-F238E27FC236}">
                <a16:creationId xmlns:a16="http://schemas.microsoft.com/office/drawing/2014/main" id="{CA2FD14D-8FDE-2063-7B2C-EDCB14C64B55}"/>
              </a:ext>
            </a:extLst>
          </p:cNvPr>
          <p:cNvSpPr txBox="1">
            <a:spLocks noGrp="1" noChangeArrowheads="1"/>
          </p:cNvSpPr>
          <p:nvPr>
            <p:ph type="title"/>
          </p:nvPr>
        </p:nvSpPr>
        <p:spPr>
          <a:xfrm>
            <a:off x="801688" y="484188"/>
            <a:ext cx="7543800" cy="1609725"/>
          </a:xfrm>
        </p:spPr>
        <p:txBody>
          <a:bodyPr/>
          <a:lstStyle/>
          <a:p>
            <a:pPr eaLnBrk="1" hangingPunct="1"/>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 SQL?</a:t>
            </a:r>
          </a:p>
        </p:txBody>
      </p:sp>
      <p:sp>
        <p:nvSpPr>
          <p:cNvPr id="20483" name="Google Shape;238;g1f685ef6d38_0_249">
            <a:extLst>
              <a:ext uri="{FF2B5EF4-FFF2-40B4-BE49-F238E27FC236}">
                <a16:creationId xmlns:a16="http://schemas.microsoft.com/office/drawing/2014/main" id="{218263B5-A910-421F-69E8-D8B194565606}"/>
              </a:ext>
            </a:extLst>
          </p:cNvPr>
          <p:cNvSpPr txBox="1">
            <a:spLocks noGrp="1" noChangeArrowheads="1"/>
          </p:cNvSpPr>
          <p:nvPr>
            <p:ph type="body" idx="1"/>
          </p:nvPr>
        </p:nvSpPr>
        <p:spPr>
          <a:xfrm>
            <a:off x="801688" y="2120900"/>
            <a:ext cx="7543800" cy="4051300"/>
          </a:xfrm>
        </p:spPr>
        <p:txBody>
          <a:bodyPr/>
          <a:lstStyle/>
          <a:p>
            <a:pPr marL="182563" indent="-182563" eaLnBrk="1" hangingPunct="1">
              <a:spcBef>
                <a:spcPct val="0"/>
              </a:spcBef>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NoSQL stands for: </a:t>
            </a:r>
          </a:p>
          <a:p>
            <a:pPr marL="457200" lvl="1" indent="-182563" eaLnBrk="1" hangingPunct="1">
              <a:spcBef>
                <a:spcPts val="4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 Relational</a:t>
            </a:r>
          </a:p>
          <a:p>
            <a:pPr marL="457200" lvl="1" indent="-182563" eaLnBrk="1" hangingPunct="1">
              <a:spcBef>
                <a:spcPts val="6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 RDBMS</a:t>
            </a:r>
          </a:p>
          <a:p>
            <a:pPr marL="457200" lvl="1" indent="-182563" eaLnBrk="1" hangingPunct="1">
              <a:spcBef>
                <a:spcPts val="6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Not Only SQL </a:t>
            </a:r>
          </a:p>
          <a:p>
            <a:pPr marL="182563" indent="-182563" eaLnBrk="1" hangingPunct="1">
              <a:spcBef>
                <a:spcPts val="1400"/>
              </a:spcBef>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NoSQL is an umbrella term for all databases and data stores that don’t follow the RDBMS principles </a:t>
            </a:r>
          </a:p>
          <a:p>
            <a:pPr marL="457200" lvl="1" indent="-182563" eaLnBrk="1" hangingPunct="1">
              <a:spcBef>
                <a:spcPts val="4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A class of products </a:t>
            </a:r>
          </a:p>
          <a:p>
            <a:pPr marL="457200" lvl="1" indent="-182563" eaLnBrk="1" hangingPunct="1">
              <a:spcBef>
                <a:spcPts val="6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A collection of several (related) concepts about data storage and manipulation</a:t>
            </a:r>
          </a:p>
          <a:p>
            <a:pPr marL="457200" lvl="1" indent="-182563" eaLnBrk="1" hangingPunct="1">
              <a:spcBef>
                <a:spcPts val="6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Often related to large data sets</a:t>
            </a:r>
          </a:p>
        </p:txBody>
      </p:sp>
      <p:sp>
        <p:nvSpPr>
          <p:cNvPr id="2" name="Slide Number Placeholder 1">
            <a:extLst>
              <a:ext uri="{FF2B5EF4-FFF2-40B4-BE49-F238E27FC236}">
                <a16:creationId xmlns:a16="http://schemas.microsoft.com/office/drawing/2014/main" id="{DC1DFC6A-9A65-D42F-0D47-7DA96F56D746}"/>
              </a:ext>
            </a:extLst>
          </p:cNvPr>
          <p:cNvSpPr>
            <a:spLocks noGrp="1"/>
          </p:cNvSpPr>
          <p:nvPr>
            <p:ph type="sldNum" sz="quarter" idx="10"/>
          </p:nvPr>
        </p:nvSpPr>
        <p:spPr/>
        <p:txBody>
          <a:bodyPr/>
          <a:lstStyle/>
          <a:p>
            <a:fld id="{6C28EDE5-0C7B-40A0-AC79-BD1F17A19DC7}" type="slidenum">
              <a:rPr lang="en-US" altLang="en-US" smtClean="0"/>
              <a:pPr/>
              <a:t>5</a:t>
            </a:fld>
            <a:endParaRPr lang="en-US" altLang="en-US"/>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Google Shape;243;g1f685ef6d38_0_1373">
            <a:extLst>
              <a:ext uri="{FF2B5EF4-FFF2-40B4-BE49-F238E27FC236}">
                <a16:creationId xmlns:a16="http://schemas.microsoft.com/office/drawing/2014/main" id="{2CCA3938-D682-CB8E-69F4-2B344B75A219}"/>
              </a:ext>
            </a:extLst>
          </p:cNvPr>
          <p:cNvSpPr txBox="1">
            <a:spLocks noGrp="1" noChangeArrowheads="1"/>
          </p:cNvSpPr>
          <p:nvPr>
            <p:ph type="title"/>
          </p:nvPr>
        </p:nvSpPr>
        <p:spPr>
          <a:xfrm>
            <a:off x="601663" y="484188"/>
            <a:ext cx="5657850" cy="1609725"/>
          </a:xfrm>
        </p:spPr>
        <p:txBody>
          <a:bodyPr/>
          <a:lstStyle/>
          <a:p>
            <a:pPr eaLnBrk="1" hangingPunct="1"/>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NOSQL VS. SQL</a:t>
            </a:r>
          </a:p>
        </p:txBody>
      </p:sp>
      <p:sp>
        <p:nvSpPr>
          <p:cNvPr id="21507" name="Google Shape;244;g1f685ef6d38_0_1373">
            <a:extLst>
              <a:ext uri="{FF2B5EF4-FFF2-40B4-BE49-F238E27FC236}">
                <a16:creationId xmlns:a16="http://schemas.microsoft.com/office/drawing/2014/main" id="{763DE8AC-3725-458F-3946-FAF69BE8E6D2}"/>
              </a:ext>
            </a:extLst>
          </p:cNvPr>
          <p:cNvSpPr txBox="1">
            <a:spLocks noGrp="1" noChangeArrowheads="1"/>
          </p:cNvSpPr>
          <p:nvPr>
            <p:ph type="body" sz="half" idx="1"/>
          </p:nvPr>
        </p:nvSpPr>
        <p:spPr>
          <a:xfrm>
            <a:off x="601663" y="2120900"/>
            <a:ext cx="5657850" cy="4051300"/>
          </a:xfrm>
        </p:spPr>
        <p:txBody>
          <a:bodyPr/>
          <a:lstStyle/>
          <a:p>
            <a:pPr marL="74613" indent="31750" eaLnBrk="1" hangingPunct="1">
              <a:spcBef>
                <a:spcPct val="0"/>
              </a:spcBef>
              <a:buSzTx/>
              <a:buFont typeface="Helvetica" panose="020B0604020202020204" pitchFamily="34" charset="0"/>
              <a:buNone/>
            </a:pPr>
            <a:endPar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endParaRPr>
          </a:p>
        </p:txBody>
      </p:sp>
      <p:pic>
        <p:nvPicPr>
          <p:cNvPr id="21508" name="Google Shape;245;g1f685ef6d38_0_1373" descr="Google Shape;245;g1f685ef6d38_0_1373">
            <a:extLst>
              <a:ext uri="{FF2B5EF4-FFF2-40B4-BE49-F238E27FC236}">
                <a16:creationId xmlns:a16="http://schemas.microsoft.com/office/drawing/2014/main" id="{CAD88945-F316-D641-C71C-1343572A9D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113" y="1862138"/>
            <a:ext cx="7748587"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1EA5C464-09F5-1E33-BE7F-41AED77EDF12}"/>
              </a:ext>
            </a:extLst>
          </p:cNvPr>
          <p:cNvSpPr>
            <a:spLocks noGrp="1"/>
          </p:cNvSpPr>
          <p:nvPr>
            <p:ph type="sldNum" sz="quarter" idx="10"/>
          </p:nvPr>
        </p:nvSpPr>
        <p:spPr/>
        <p:txBody>
          <a:bodyPr/>
          <a:lstStyle/>
          <a:p>
            <a:fld id="{6C28EDE5-0C7B-40A0-AC79-BD1F17A19DC7}" type="slidenum">
              <a:rPr lang="en-US" altLang="en-US" smtClean="0"/>
              <a:pPr/>
              <a:t>6</a:t>
            </a:fld>
            <a:endParaRPr lang="en-US" altLang="en-US"/>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Google Shape;251;g1f685ef6d38_0_889">
            <a:extLst>
              <a:ext uri="{FF2B5EF4-FFF2-40B4-BE49-F238E27FC236}">
                <a16:creationId xmlns:a16="http://schemas.microsoft.com/office/drawing/2014/main" id="{0F15970F-00F5-4B34-963F-9A58ACD7B5B0}"/>
              </a:ext>
            </a:extLst>
          </p:cNvPr>
          <p:cNvSpPr txBox="1">
            <a:spLocks noGrp="1" noChangeArrowheads="1"/>
          </p:cNvSpPr>
          <p:nvPr>
            <p:ph type="title"/>
          </p:nvPr>
        </p:nvSpPr>
        <p:spPr>
          <a:xfrm>
            <a:off x="801688" y="484188"/>
            <a:ext cx="7543800" cy="1609725"/>
          </a:xfrm>
        </p:spPr>
        <p:txBody>
          <a:bodyPr/>
          <a:lstStyle/>
          <a:p>
            <a:pPr eaLnBrk="1" hangingPunct="1"/>
            <a:endPar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endParaRPr>
          </a:p>
        </p:txBody>
      </p:sp>
      <p:sp>
        <p:nvSpPr>
          <p:cNvPr id="313" name="Google Shape;252;g1f685ef6d38_0_889">
            <a:extLst>
              <a:ext uri="{FF2B5EF4-FFF2-40B4-BE49-F238E27FC236}">
                <a16:creationId xmlns:a16="http://schemas.microsoft.com/office/drawing/2014/main" id="{83E450FF-B230-4466-D79C-D7843FC036EC}"/>
              </a:ext>
            </a:extLst>
          </p:cNvPr>
          <p:cNvSpPr>
            <a:spLocks noGrp="1"/>
          </p:cNvSpPr>
          <p:nvPr>
            <p:ph type="sldNum" sz="quarter" idx="10"/>
          </p:nvPr>
        </p:nvSpPr>
        <p:spPr>
          <a:xfrm>
            <a:off x="8747125" y="6319838"/>
            <a:ext cx="215900" cy="271462"/>
          </a:xfrm>
          <a:noFill/>
          <a:ln w="12700">
            <a:miter lim="400000"/>
          </a:ln>
        </p:spPr>
        <p:txBody>
          <a:bodyPr/>
          <a:lstStyle/>
          <a:p>
            <a:pPr fontAlgn="auto">
              <a:spcBef>
                <a:spcPts val="0"/>
              </a:spcBef>
              <a:spcAft>
                <a:spcPts val="0"/>
              </a:spcAft>
              <a:defRPr/>
            </a:pPr>
            <a:fld id="{3EB67F38-2722-4AF4-82AD-8BB51EEA21E6}" type="slidenum">
              <a:rPr kern="0">
                <a:solidFill>
                  <a:schemeClr val="accent3">
                    <a:lumOff val="44000"/>
                  </a:schemeClr>
                </a:solidFill>
                <a:latin typeface="Rockwell Bold"/>
                <a:ea typeface="Rockwell Bold"/>
                <a:cs typeface="Rockwell Bold"/>
                <a:sym typeface="Rockwell Bold"/>
              </a:rPr>
              <a:pPr fontAlgn="auto">
                <a:spcBef>
                  <a:spcPts val="0"/>
                </a:spcBef>
                <a:spcAft>
                  <a:spcPts val="0"/>
                </a:spcAft>
                <a:defRPr/>
              </a:pPr>
              <a:t>7</a:t>
            </a:fld>
            <a:endParaRPr kern="0">
              <a:solidFill>
                <a:schemeClr val="accent3">
                  <a:lumOff val="44000"/>
                </a:schemeClr>
              </a:solidFill>
              <a:latin typeface="Rockwell Bold"/>
              <a:ea typeface="Rockwell Bold"/>
              <a:cs typeface="Rockwell Bold"/>
              <a:sym typeface="Rockwell Bold"/>
            </a:endParaRPr>
          </a:p>
        </p:txBody>
      </p:sp>
      <p:pic>
        <p:nvPicPr>
          <p:cNvPr id="22532" name="Google Shape;253;g1f685ef6d38_0_889" descr="Google Shape;253;g1f685ef6d38_0_889">
            <a:extLst>
              <a:ext uri="{FF2B5EF4-FFF2-40B4-BE49-F238E27FC236}">
                <a16:creationId xmlns:a16="http://schemas.microsoft.com/office/drawing/2014/main" id="{95F9C720-6C74-D17D-9F44-D6D6BC8F5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175" y="1066800"/>
            <a:ext cx="7405688"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Google Shape;258;g1f685ef6d38_0_254">
            <a:extLst>
              <a:ext uri="{FF2B5EF4-FFF2-40B4-BE49-F238E27FC236}">
                <a16:creationId xmlns:a16="http://schemas.microsoft.com/office/drawing/2014/main" id="{F57D1EB2-2E3F-E9CC-0759-D1DD89A2C6B3}"/>
              </a:ext>
            </a:extLst>
          </p:cNvPr>
          <p:cNvSpPr txBox="1">
            <a:spLocks noGrp="1"/>
          </p:cNvSpPr>
          <p:nvPr>
            <p:ph type="title"/>
          </p:nvPr>
        </p:nvSpPr>
        <p:spPr>
          <a:xfrm>
            <a:off x="801688" y="484188"/>
            <a:ext cx="7543800" cy="1609725"/>
          </a:xfrm>
        </p:spPr>
        <p:txBody>
          <a:bodyPr>
            <a:normAutofit/>
          </a:bodyPr>
          <a:lstStyle>
            <a:lvl1pPr defTabSz="896111">
              <a:defRPr sz="5292"/>
            </a:lvl1pPr>
          </a:lstStyle>
          <a:p>
            <a:pPr eaLnBrk="1" fontAlgn="auto" hangingPunct="1">
              <a:spcBef>
                <a:spcPts val="0"/>
              </a:spcBef>
              <a:spcAft>
                <a:spcPts val="0"/>
              </a:spcAft>
              <a:defRPr/>
            </a:pPr>
            <a:r>
              <a:t>WHERE DOES NOSQL COME FROM?</a:t>
            </a:r>
          </a:p>
        </p:txBody>
      </p:sp>
      <p:sp>
        <p:nvSpPr>
          <p:cNvPr id="23555" name="Google Shape;259;g1f685ef6d38_0_254">
            <a:extLst>
              <a:ext uri="{FF2B5EF4-FFF2-40B4-BE49-F238E27FC236}">
                <a16:creationId xmlns:a16="http://schemas.microsoft.com/office/drawing/2014/main" id="{8A580DEE-9432-F15E-BBE9-54A52DC009FD}"/>
              </a:ext>
            </a:extLst>
          </p:cNvPr>
          <p:cNvSpPr txBox="1">
            <a:spLocks noGrp="1" noChangeArrowheads="1"/>
          </p:cNvSpPr>
          <p:nvPr>
            <p:ph type="body" idx="1"/>
          </p:nvPr>
        </p:nvSpPr>
        <p:spPr>
          <a:xfrm>
            <a:off x="801688" y="2120900"/>
            <a:ext cx="7543800" cy="4051300"/>
          </a:xfrm>
        </p:spPr>
        <p:txBody>
          <a:bodyPr/>
          <a:lstStyle/>
          <a:p>
            <a:pPr marL="182563" indent="-182563" eaLnBrk="1" hangingPunct="1">
              <a:spcBef>
                <a:spcPct val="0"/>
              </a:spcBef>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Non-relational DBMSs are not new </a:t>
            </a:r>
          </a:p>
          <a:p>
            <a:pPr marL="182563" indent="-182563" eaLnBrk="1" hangingPunct="1"/>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But NoSQL represents a new incarnation </a:t>
            </a:r>
          </a:p>
          <a:p>
            <a:pPr marL="457200" lvl="1" indent="-182563" eaLnBrk="1" hangingPunct="1">
              <a:spcBef>
                <a:spcPts val="4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Due to massively scalable Internet applications </a:t>
            </a:r>
          </a:p>
          <a:p>
            <a:pPr marL="457200" lvl="1" indent="-182563" eaLnBrk="1" hangingPunct="1">
              <a:spcBef>
                <a:spcPts val="6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Based on distributed and parallel computing </a:t>
            </a:r>
          </a:p>
          <a:p>
            <a:pPr marL="182563" indent="-182563" eaLnBrk="1" hangingPunct="1">
              <a:spcBef>
                <a:spcPts val="1400"/>
              </a:spcBef>
            </a:pPr>
            <a:r>
              <a:rPr lang="en-US" altLang="en-US">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Development</a:t>
            </a:r>
          </a:p>
          <a:p>
            <a:pPr marL="457200" lvl="1" indent="-182563" eaLnBrk="1" hangingPunct="1">
              <a:spcBef>
                <a:spcPts val="4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Starts with Google </a:t>
            </a:r>
          </a:p>
          <a:p>
            <a:pPr marL="457200" lvl="1" indent="-182563" eaLnBrk="1" hangingPunct="1">
              <a:spcBef>
                <a:spcPts val="6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First research paper published in 2003 </a:t>
            </a:r>
          </a:p>
          <a:p>
            <a:pPr marL="457200" lvl="1" indent="-182563" eaLnBrk="1" hangingPunct="1">
              <a:spcBef>
                <a:spcPts val="6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Continues also thanks to Lucene's developers/Apache (Hadoop) and Amazon (Dynamo) </a:t>
            </a:r>
          </a:p>
          <a:p>
            <a:pPr marL="457200" lvl="1" indent="-182563" eaLnBrk="1" hangingPunct="1">
              <a:spcBef>
                <a:spcPts val="600"/>
              </a:spcBef>
              <a:buSzPts val="1800"/>
            </a:pPr>
            <a:r>
              <a:rPr lang="en-US" altLang="en-US" sz="1800">
                <a:latin typeface="Rockwell" panose="02060603020205020403" pitchFamily="18" charset="0"/>
                <a:ea typeface="Rockwell" panose="02060603020205020403" pitchFamily="18" charset="0"/>
                <a:cs typeface="Rockwell" panose="02060603020205020403" pitchFamily="18" charset="0"/>
                <a:sym typeface="Rockwell" panose="02060603020205020403" pitchFamily="18" charset="0"/>
              </a:rPr>
              <a:t>Then a lot of products and interests came from Facebook, Netfix, Yahoo, eBay, Hulu, IBM, and many more</a:t>
            </a:r>
          </a:p>
        </p:txBody>
      </p:sp>
      <p:sp>
        <p:nvSpPr>
          <p:cNvPr id="2" name="Slide Number Placeholder 1">
            <a:extLst>
              <a:ext uri="{FF2B5EF4-FFF2-40B4-BE49-F238E27FC236}">
                <a16:creationId xmlns:a16="http://schemas.microsoft.com/office/drawing/2014/main" id="{B86EFAE2-6621-4A5A-C73C-9F1B71562F39}"/>
              </a:ext>
            </a:extLst>
          </p:cNvPr>
          <p:cNvSpPr>
            <a:spLocks noGrp="1"/>
          </p:cNvSpPr>
          <p:nvPr>
            <p:ph type="sldNum" sz="quarter" idx="10"/>
          </p:nvPr>
        </p:nvSpPr>
        <p:spPr/>
        <p:txBody>
          <a:bodyPr/>
          <a:lstStyle/>
          <a:p>
            <a:fld id="{6C28EDE5-0C7B-40A0-AC79-BD1F17A19DC7}" type="slidenum">
              <a:rPr lang="en-US" altLang="en-US" smtClean="0"/>
              <a:pPr/>
              <a:t>8</a:t>
            </a:fld>
            <a:endParaRPr lang="en-US" altLang="en-US"/>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Google Shape;265;g1f685ef6d38_0_354">
            <a:extLst>
              <a:ext uri="{FF2B5EF4-FFF2-40B4-BE49-F238E27FC236}">
                <a16:creationId xmlns:a16="http://schemas.microsoft.com/office/drawing/2014/main" id="{ECB5E14C-D630-85D6-CD2E-C2A3838C2F68}"/>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Defining NoSQL</a:t>
            </a:r>
          </a:p>
        </p:txBody>
      </p:sp>
      <p:sp>
        <p:nvSpPr>
          <p:cNvPr id="320" name="Google Shape;266;g1f685ef6d38_0_354">
            <a:extLst>
              <a:ext uri="{FF2B5EF4-FFF2-40B4-BE49-F238E27FC236}">
                <a16:creationId xmlns:a16="http://schemas.microsoft.com/office/drawing/2014/main" id="{FA32D064-4241-A7E1-E9B9-AE079AB9D1B5}"/>
              </a:ext>
            </a:extLst>
          </p:cNvPr>
          <p:cNvSpPr txBox="1">
            <a:spLocks noGrp="1"/>
          </p:cNvSpPr>
          <p:nvPr>
            <p:ph type="body" idx="1"/>
          </p:nvPr>
        </p:nvSpPr>
        <p:spPr/>
        <p:txBody>
          <a:bodyPr>
            <a:normAutofit/>
          </a:bodyPr>
          <a:lstStyle/>
          <a:p>
            <a:pPr marL="0" indent="0" algn="just" eaLnBrk="1" fontAlgn="auto" hangingPunct="1">
              <a:spcAft>
                <a:spcPts val="0"/>
              </a:spcAft>
              <a:buSzTx/>
              <a:buFont typeface="Helvetica"/>
              <a:buNone/>
              <a:defRPr sz="2700"/>
            </a:pPr>
            <a:endParaRPr sz="2700">
              <a:sym typeface="Verdana"/>
            </a:endParaRPr>
          </a:p>
          <a:p>
            <a:pPr indent="-323850" algn="just" eaLnBrk="1" fontAlgn="auto" hangingPunct="1">
              <a:spcAft>
                <a:spcPts val="0"/>
              </a:spcAft>
              <a:buSzPts val="2700"/>
              <a:buFont typeface="Helvetica"/>
              <a:buChar char="□"/>
              <a:defRPr sz="2700"/>
            </a:pPr>
            <a:r>
              <a:rPr sz="2700">
                <a:sym typeface="Verdana"/>
              </a:rPr>
              <a:t>In computing, NoSQL (mostly interpreted as "</a:t>
            </a:r>
            <a:r>
              <a:rPr sz="2700" b="1">
                <a:sym typeface="Verdana"/>
              </a:rPr>
              <a:t>not only SQL</a:t>
            </a:r>
            <a:r>
              <a:rPr sz="2700">
                <a:sym typeface="Verdana"/>
              </a:rPr>
              <a:t>") is a broad class of database management systems identified by its </a:t>
            </a:r>
            <a:r>
              <a:rPr sz="2700">
                <a:solidFill>
                  <a:schemeClr val="accent2"/>
                </a:solidFill>
                <a:sym typeface="Verdana"/>
              </a:rPr>
              <a:t>non-adherence to the widely used relational database management system </a:t>
            </a:r>
            <a:r>
              <a:rPr sz="2700">
                <a:sym typeface="Verdana"/>
              </a:rPr>
              <a:t>model; </a:t>
            </a:r>
          </a:p>
          <a:p>
            <a:pPr indent="-323850" algn="just" eaLnBrk="1" fontAlgn="auto" hangingPunct="1">
              <a:spcBef>
                <a:spcPts val="0"/>
              </a:spcBef>
              <a:spcAft>
                <a:spcPts val="0"/>
              </a:spcAft>
              <a:buSzPts val="2700"/>
              <a:buFont typeface="Helvetica"/>
              <a:buChar char="□"/>
              <a:defRPr sz="2700"/>
            </a:pPr>
            <a:r>
              <a:rPr sz="2700">
                <a:sym typeface="Verdana"/>
              </a:rPr>
              <a:t>that is, NoSQL databases are not primarily built on tables, and as a result, generally </a:t>
            </a:r>
            <a:r>
              <a:rPr sz="2700">
                <a:solidFill>
                  <a:schemeClr val="accent2"/>
                </a:solidFill>
                <a:sym typeface="Verdana"/>
              </a:rPr>
              <a:t>do not use SQL for data manipulation</a:t>
            </a:r>
          </a:p>
        </p:txBody>
      </p:sp>
      <p:sp>
        <p:nvSpPr>
          <p:cNvPr id="24580" name="Google Shape;267;g1f685ef6d38_0_354">
            <a:extLst>
              <a:ext uri="{FF2B5EF4-FFF2-40B4-BE49-F238E27FC236}">
                <a16:creationId xmlns:a16="http://schemas.microsoft.com/office/drawing/2014/main" id="{B9C84DFE-68FB-316E-0F2D-D99EBA4E7A27}"/>
              </a:ext>
            </a:extLst>
          </p:cNvPr>
          <p:cNvSpPr>
            <a:spLocks noGrp="1" noChangeArrowheads="1"/>
          </p:cNvSpPr>
          <p:nvPr>
            <p:ph type="sldNum" sz="quarter" idx="10"/>
          </p:nvPr>
        </p:nvSpPr>
        <p:spPr>
          <a:xfrm>
            <a:off x="8345488" y="6400800"/>
            <a:ext cx="188912" cy="263525"/>
          </a:xfrm>
          <a:noFill/>
        </p:spPr>
        <p:txBody>
          <a:bodyPr/>
          <a:lstStyle/>
          <a:p>
            <a:fld id="{0EC6CF6D-EB12-43D9-927F-E7A7BFB1BDF4}" type="slidenum">
              <a:rPr lang="en-US" altLang="en-US"/>
              <a:pPr/>
              <a:t>9</a:t>
            </a:fld>
            <a:endParaRPr lang="en-US" altLang="en-US"/>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Google Shape;273;g1f685ef6d38_0_365">
            <a:extLst>
              <a:ext uri="{FF2B5EF4-FFF2-40B4-BE49-F238E27FC236}">
                <a16:creationId xmlns:a16="http://schemas.microsoft.com/office/drawing/2014/main" id="{BB90239A-0FB0-899A-ED9D-D8432F997026}"/>
              </a:ext>
            </a:extLst>
          </p:cNvPr>
          <p:cNvSpPr txBox="1">
            <a:spLocks noGrp="1" noChangeArrowheads="1"/>
          </p:cNvSpPr>
          <p:nvPr>
            <p:ph type="title"/>
          </p:nvPr>
        </p:nvSpPr>
        <p:spPr>
          <a:xfrm>
            <a:off x="144463" y="152400"/>
            <a:ext cx="8431212" cy="762000"/>
          </a:xfrm>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What NoSQL is and What NoSQL is not </a:t>
            </a:r>
          </a:p>
        </p:txBody>
      </p:sp>
      <p:sp>
        <p:nvSpPr>
          <p:cNvPr id="324" name="Google Shape;274;g1f685ef6d38_0_365">
            <a:extLst>
              <a:ext uri="{FF2B5EF4-FFF2-40B4-BE49-F238E27FC236}">
                <a16:creationId xmlns:a16="http://schemas.microsoft.com/office/drawing/2014/main" id="{279D1157-9B8C-7BDD-16B1-45CC37307C67}"/>
              </a:ext>
            </a:extLst>
          </p:cNvPr>
          <p:cNvSpPr txBox="1">
            <a:spLocks noGrp="1"/>
          </p:cNvSpPr>
          <p:nvPr>
            <p:ph type="body" idx="1"/>
          </p:nvPr>
        </p:nvSpPr>
        <p:spPr/>
        <p:txBody>
          <a:bodyPr>
            <a:normAutofit/>
          </a:bodyPr>
          <a:lstStyle/>
          <a:p>
            <a:pPr indent="-387350" eaLnBrk="1" fontAlgn="auto" hangingPunct="1">
              <a:spcAft>
                <a:spcPts val="0"/>
              </a:spcAft>
              <a:buSzPts val="2500"/>
              <a:buFont typeface="Helvetica"/>
              <a:buChar char="□"/>
              <a:defRPr sz="2500"/>
            </a:pPr>
            <a:r>
              <a:rPr sz="2500">
                <a:sym typeface="Verdana"/>
              </a:rPr>
              <a:t>NoSQL is a generic term used to refer to any </a:t>
            </a:r>
            <a:r>
              <a:rPr sz="2500">
                <a:solidFill>
                  <a:schemeClr val="accent2"/>
                </a:solidFill>
                <a:sym typeface="Verdana"/>
              </a:rPr>
              <a:t>data store that does not follow the traditional RDBMS model</a:t>
            </a:r>
          </a:p>
          <a:p>
            <a:pPr marL="0" indent="457200" eaLnBrk="1" fontAlgn="auto" hangingPunct="1">
              <a:spcAft>
                <a:spcPts val="0"/>
              </a:spcAft>
              <a:buSzTx/>
              <a:buFont typeface="Helvetica"/>
              <a:buNone/>
              <a:defRPr sz="2500"/>
            </a:pPr>
            <a:endParaRPr sz="2500">
              <a:solidFill>
                <a:schemeClr val="accent2"/>
              </a:solidFill>
              <a:sym typeface="Verdana"/>
            </a:endParaRPr>
          </a:p>
          <a:p>
            <a:pPr indent="-387350" eaLnBrk="1" fontAlgn="auto" hangingPunct="1">
              <a:spcAft>
                <a:spcPts val="0"/>
              </a:spcAft>
              <a:buSzPts val="2500"/>
              <a:buFont typeface="Helvetica"/>
              <a:buChar char="□"/>
              <a:defRPr sz="2500"/>
            </a:pPr>
            <a:r>
              <a:rPr sz="2500">
                <a:sym typeface="Verdana"/>
              </a:rPr>
              <a:t>Specifically, the </a:t>
            </a:r>
            <a:r>
              <a:rPr sz="2500">
                <a:solidFill>
                  <a:schemeClr val="accent2"/>
                </a:solidFill>
                <a:sym typeface="Verdana"/>
              </a:rPr>
              <a:t>data is non-relational</a:t>
            </a:r>
            <a:r>
              <a:rPr sz="2500">
                <a:sym typeface="Verdana"/>
              </a:rPr>
              <a:t> and it does not use SQL as the query language. </a:t>
            </a:r>
          </a:p>
          <a:p>
            <a:pPr marL="0" indent="457200" eaLnBrk="1" fontAlgn="auto" hangingPunct="1">
              <a:spcAft>
                <a:spcPts val="0"/>
              </a:spcAft>
              <a:buSzTx/>
              <a:buFont typeface="Helvetica"/>
              <a:buNone/>
              <a:defRPr sz="2500"/>
            </a:pPr>
            <a:endParaRPr sz="2500">
              <a:sym typeface="Verdana"/>
            </a:endParaRPr>
          </a:p>
          <a:p>
            <a:pPr indent="-387350" eaLnBrk="1" fontAlgn="auto" hangingPunct="1">
              <a:spcAft>
                <a:spcPts val="0"/>
              </a:spcAft>
              <a:buSzPts val="2500"/>
              <a:buFont typeface="Helvetica"/>
              <a:buChar char="□"/>
              <a:defRPr sz="2500"/>
            </a:pPr>
            <a:r>
              <a:rPr sz="2500">
                <a:sym typeface="Verdana"/>
              </a:rPr>
              <a:t>It is used to refer to the databases that attempt to s</a:t>
            </a:r>
            <a:r>
              <a:rPr sz="2500">
                <a:solidFill>
                  <a:schemeClr val="accent2"/>
                </a:solidFill>
                <a:sym typeface="Verdana"/>
              </a:rPr>
              <a:t>olve the problems of scalability and availability against that of atomicity or consistency</a:t>
            </a:r>
            <a:r>
              <a:rPr sz="2500">
                <a:sym typeface="Verdana"/>
              </a:rPr>
              <a:t>.</a:t>
            </a:r>
          </a:p>
        </p:txBody>
      </p:sp>
      <p:sp>
        <p:nvSpPr>
          <p:cNvPr id="25604" name="Google Shape;275;g1f685ef6d38_0_365">
            <a:extLst>
              <a:ext uri="{FF2B5EF4-FFF2-40B4-BE49-F238E27FC236}">
                <a16:creationId xmlns:a16="http://schemas.microsoft.com/office/drawing/2014/main" id="{2B3A33BC-6126-A961-AD4A-4A9E13711D00}"/>
              </a:ext>
            </a:extLst>
          </p:cNvPr>
          <p:cNvSpPr>
            <a:spLocks noGrp="1" noChangeArrowheads="1"/>
          </p:cNvSpPr>
          <p:nvPr>
            <p:ph type="sldNum" sz="quarter" idx="10"/>
          </p:nvPr>
        </p:nvSpPr>
        <p:spPr>
          <a:noFill/>
        </p:spPr>
        <p:txBody>
          <a:bodyPr/>
          <a:lstStyle/>
          <a:p>
            <a:fld id="{984F2AF1-4ABC-4EF5-A921-576517EAFC38}" type="slidenum">
              <a:rPr lang="en-US" altLang="en-US"/>
              <a:pPr/>
              <a:t>10</a:t>
            </a:fld>
            <a:endParaRPr lang="en-US" altLang="en-US"/>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Google Shape;280;g1f685ef6d38_0_489">
            <a:extLst>
              <a:ext uri="{FF2B5EF4-FFF2-40B4-BE49-F238E27FC236}">
                <a16:creationId xmlns:a16="http://schemas.microsoft.com/office/drawing/2014/main" id="{A1CAE336-4354-D858-5C37-639C08F8C93F}"/>
              </a:ext>
            </a:extLst>
          </p:cNvPr>
          <p:cNvSpPr txBox="1">
            <a:spLocks noGrp="1"/>
          </p:cNvSpPr>
          <p:nvPr>
            <p:ph type="title"/>
          </p:nvPr>
        </p:nvSpPr>
        <p:spPr>
          <a:xfrm>
            <a:off x="430213" y="152400"/>
            <a:ext cx="6002337" cy="762000"/>
          </a:xfrm>
        </p:spPr>
        <p:txBody>
          <a:bodyPr anchor="ctr">
            <a:normAutofit fontScale="90000"/>
          </a:bodyPr>
          <a:lstStyle>
            <a:lvl1pPr defTabSz="813816">
              <a:lnSpc>
                <a:spcPct val="90000"/>
              </a:lnSpc>
              <a:defRPr sz="2492"/>
            </a:lvl1pPr>
          </a:lstStyle>
          <a:p>
            <a:pPr eaLnBrk="1" fontAlgn="auto" hangingPunct="1">
              <a:spcBef>
                <a:spcPts val="0"/>
              </a:spcBef>
              <a:spcAft>
                <a:spcPts val="0"/>
              </a:spcAft>
              <a:defRPr/>
            </a:pPr>
            <a:r>
              <a:rPr>
                <a:sym typeface="Verdana"/>
              </a:rPr>
              <a:t>TRANSACTIONS – ACID PROPERTIES</a:t>
            </a:r>
          </a:p>
        </p:txBody>
      </p:sp>
      <p:pic>
        <p:nvPicPr>
          <p:cNvPr id="26627" name="Google Shape;281;g1f685ef6d38_0_489" descr="Google Shape;281;g1f685ef6d38_0_489">
            <a:extLst>
              <a:ext uri="{FF2B5EF4-FFF2-40B4-BE49-F238E27FC236}">
                <a16:creationId xmlns:a16="http://schemas.microsoft.com/office/drawing/2014/main" id="{9DE54274-F7B5-5F04-5324-A53890E4B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013" y="1944688"/>
            <a:ext cx="3482975" cy="111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29" name="Google Shape;282;g1f685ef6d38_0_489">
            <a:extLst>
              <a:ext uri="{FF2B5EF4-FFF2-40B4-BE49-F238E27FC236}">
                <a16:creationId xmlns:a16="http://schemas.microsoft.com/office/drawing/2014/main" id="{4B13FDD9-82D6-92D7-2DD1-1B570BA56DC5}"/>
              </a:ext>
            </a:extLst>
          </p:cNvPr>
          <p:cNvSpPr txBox="1">
            <a:spLocks noGrp="1"/>
          </p:cNvSpPr>
          <p:nvPr>
            <p:ph type="body" idx="1"/>
          </p:nvPr>
        </p:nvSpPr>
        <p:spPr>
          <a:xfrm>
            <a:off x="515938" y="1571625"/>
            <a:ext cx="8174037" cy="4605338"/>
          </a:xfrm>
        </p:spPr>
        <p:txBody>
          <a:bodyPr>
            <a:normAutofit/>
          </a:bodyPr>
          <a:lstStyle/>
          <a:p>
            <a:pPr marL="69683" indent="30710" algn="just" defTabSz="850391" eaLnBrk="1" fontAlgn="auto" hangingPunct="1">
              <a:lnSpc>
                <a:spcPct val="64000"/>
              </a:lnSpc>
              <a:spcBef>
                <a:spcPts val="0"/>
              </a:spcBef>
              <a:spcAft>
                <a:spcPts val="0"/>
              </a:spcAft>
              <a:buSzTx/>
              <a:buFont typeface="Helvetica"/>
              <a:buNone/>
              <a:defRPr sz="2139"/>
            </a:pPr>
            <a:endParaRPr sz="2139">
              <a:sym typeface="Verdana"/>
            </a:endParaRPr>
          </a:p>
          <a:p>
            <a:pPr marL="69683" indent="30710" algn="just" defTabSz="850391" eaLnBrk="1" fontAlgn="auto" hangingPunct="1">
              <a:lnSpc>
                <a:spcPct val="64000"/>
              </a:lnSpc>
              <a:spcBef>
                <a:spcPts val="1100"/>
              </a:spcBef>
              <a:spcAft>
                <a:spcPts val="0"/>
              </a:spcAft>
              <a:buSzTx/>
              <a:buFont typeface="Helvetica"/>
              <a:buNone/>
              <a:defRPr sz="2139"/>
            </a:pPr>
            <a:endParaRPr sz="2139">
              <a:sym typeface="Verdana"/>
            </a:endParaRPr>
          </a:p>
          <a:p>
            <a:pPr marL="69683" indent="30710" algn="just" defTabSz="850391" eaLnBrk="1" fontAlgn="auto" hangingPunct="1">
              <a:lnSpc>
                <a:spcPct val="64000"/>
              </a:lnSpc>
              <a:spcBef>
                <a:spcPts val="1100"/>
              </a:spcBef>
              <a:spcAft>
                <a:spcPts val="0"/>
              </a:spcAft>
              <a:buSzTx/>
              <a:buFont typeface="Helvetica"/>
              <a:buNone/>
              <a:defRPr sz="2139"/>
            </a:pPr>
            <a:endParaRPr sz="2139">
              <a:sym typeface="Verdana"/>
            </a:endParaRPr>
          </a:p>
          <a:p>
            <a:pPr marL="69683" indent="30710" algn="just" defTabSz="850391" eaLnBrk="1" fontAlgn="auto" hangingPunct="1">
              <a:lnSpc>
                <a:spcPct val="64000"/>
              </a:lnSpc>
              <a:spcBef>
                <a:spcPts val="1100"/>
              </a:spcBef>
              <a:spcAft>
                <a:spcPts val="0"/>
              </a:spcAft>
              <a:buSzTx/>
              <a:buFont typeface="Helvetica"/>
              <a:buNone/>
              <a:defRPr sz="2139"/>
            </a:pPr>
            <a:endParaRPr sz="2139">
              <a:sym typeface="Verdana"/>
            </a:endParaRPr>
          </a:p>
          <a:p>
            <a:pPr marL="69683" indent="30710" algn="just" defTabSz="850391" eaLnBrk="1" fontAlgn="auto" hangingPunct="1">
              <a:lnSpc>
                <a:spcPct val="64000"/>
              </a:lnSpc>
              <a:spcBef>
                <a:spcPts val="1100"/>
              </a:spcBef>
              <a:spcAft>
                <a:spcPts val="0"/>
              </a:spcAft>
              <a:buSzTx/>
              <a:buFont typeface="Helvetica"/>
              <a:buNone/>
              <a:defRPr sz="2139"/>
            </a:pPr>
            <a:endParaRPr sz="2139">
              <a:sym typeface="Verdana"/>
            </a:endParaRPr>
          </a:p>
          <a:p>
            <a:pPr marL="170078" indent="-139960" algn="just" defTabSz="850391" eaLnBrk="1" fontAlgn="auto" hangingPunct="1">
              <a:lnSpc>
                <a:spcPct val="64000"/>
              </a:lnSpc>
              <a:spcBef>
                <a:spcPts val="1100"/>
              </a:spcBef>
              <a:spcAft>
                <a:spcPts val="0"/>
              </a:spcAft>
              <a:buSzPct val="56666"/>
              <a:buFont typeface="Helvetica"/>
              <a:buChar char="□"/>
              <a:defRPr sz="2139"/>
            </a:pPr>
            <a:r>
              <a:rPr sz="2139">
                <a:sym typeface="Verdana"/>
              </a:rPr>
              <a:t>Atomic – All of the work in a transaction completes (commit) or none of it completes</a:t>
            </a:r>
          </a:p>
          <a:p>
            <a:pPr marL="170078" indent="-139960" algn="just" defTabSz="850391" eaLnBrk="1" fontAlgn="auto" hangingPunct="1">
              <a:lnSpc>
                <a:spcPct val="64000"/>
              </a:lnSpc>
              <a:spcBef>
                <a:spcPts val="1100"/>
              </a:spcBef>
              <a:spcAft>
                <a:spcPts val="0"/>
              </a:spcAft>
              <a:buSzPct val="56666"/>
              <a:buFont typeface="Helvetica"/>
              <a:buChar char="□"/>
              <a:defRPr sz="2139"/>
            </a:pPr>
            <a:r>
              <a:rPr sz="2139">
                <a:sym typeface="Verdana"/>
              </a:rPr>
              <a:t>Consistent – A transaction transforms the database from one consistent state to another consistent state. Consistency is defined in terms of constraints.</a:t>
            </a:r>
          </a:p>
          <a:p>
            <a:pPr marL="170078" indent="-139960" algn="just" defTabSz="850391" eaLnBrk="1" fontAlgn="auto" hangingPunct="1">
              <a:lnSpc>
                <a:spcPct val="64000"/>
              </a:lnSpc>
              <a:spcBef>
                <a:spcPts val="1100"/>
              </a:spcBef>
              <a:spcAft>
                <a:spcPts val="0"/>
              </a:spcAft>
              <a:buSzPct val="56666"/>
              <a:buFont typeface="Helvetica"/>
              <a:buChar char="□"/>
              <a:defRPr sz="2139"/>
            </a:pPr>
            <a:r>
              <a:rPr sz="2139">
                <a:sym typeface="Verdana"/>
              </a:rPr>
              <a:t>Isolated – The results of any changes made during a transaction are not visible until the transaction has committed.</a:t>
            </a:r>
          </a:p>
          <a:p>
            <a:pPr marL="170078" indent="-139960" algn="just" defTabSz="850391" eaLnBrk="1" fontAlgn="auto" hangingPunct="1">
              <a:lnSpc>
                <a:spcPct val="64000"/>
              </a:lnSpc>
              <a:spcBef>
                <a:spcPts val="1100"/>
              </a:spcBef>
              <a:spcAft>
                <a:spcPts val="0"/>
              </a:spcAft>
              <a:buSzPct val="56666"/>
              <a:buFont typeface="Helvetica"/>
              <a:buChar char="□"/>
              <a:defRPr sz="2139"/>
            </a:pPr>
            <a:r>
              <a:rPr sz="2139">
                <a:sym typeface="Verdana"/>
              </a:rPr>
              <a:t>Durable – The results of a committed transaction survive failures</a:t>
            </a:r>
          </a:p>
        </p:txBody>
      </p:sp>
      <p:sp>
        <p:nvSpPr>
          <p:cNvPr id="2" name="Slide Number Placeholder 1">
            <a:extLst>
              <a:ext uri="{FF2B5EF4-FFF2-40B4-BE49-F238E27FC236}">
                <a16:creationId xmlns:a16="http://schemas.microsoft.com/office/drawing/2014/main" id="{D58D54AF-FC70-B9CB-19E9-7226DDCB16D4}"/>
              </a:ext>
            </a:extLst>
          </p:cNvPr>
          <p:cNvSpPr>
            <a:spLocks noGrp="1"/>
          </p:cNvSpPr>
          <p:nvPr>
            <p:ph type="sldNum" sz="quarter" idx="10"/>
          </p:nvPr>
        </p:nvSpPr>
        <p:spPr/>
        <p:txBody>
          <a:bodyPr/>
          <a:lstStyle/>
          <a:p>
            <a:fld id="{E41E8F01-B894-4207-BB9D-200711BC0260}" type="slidenum">
              <a:rPr lang="en-US" altLang="en-US" smtClean="0"/>
              <a:pPr/>
              <a:t>11</a:t>
            </a:fld>
            <a:endParaRPr lang="en-US" altLang="en-US"/>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Google Shape;288;g1f685ef6d38_0_482">
            <a:extLst>
              <a:ext uri="{FF2B5EF4-FFF2-40B4-BE49-F238E27FC236}">
                <a16:creationId xmlns:a16="http://schemas.microsoft.com/office/drawing/2014/main" id="{D06F85F1-1004-D537-EB93-FC03FFB8759A}"/>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Difficulties with ACID property</a:t>
            </a:r>
          </a:p>
        </p:txBody>
      </p:sp>
      <p:sp>
        <p:nvSpPr>
          <p:cNvPr id="28675" name="Google Shape;289;g1f685ef6d38_0_482">
            <a:extLst>
              <a:ext uri="{FF2B5EF4-FFF2-40B4-BE49-F238E27FC236}">
                <a16:creationId xmlns:a16="http://schemas.microsoft.com/office/drawing/2014/main" id="{6DD42B39-BB7F-7038-E3CD-DF14588C88E8}"/>
              </a:ext>
            </a:extLst>
          </p:cNvPr>
          <p:cNvSpPr txBox="1">
            <a:spLocks noGrp="1" noChangeArrowheads="1"/>
          </p:cNvSpPr>
          <p:nvPr>
            <p:ph type="body" idx="1"/>
          </p:nvPr>
        </p:nvSpPr>
        <p:spPr/>
        <p:txBody>
          <a:bodyPr/>
          <a:lstStyle/>
          <a:p>
            <a:pPr eaLnBrk="1" hangingPunct="1"/>
            <a:r>
              <a:rPr lang="en-US" altLang="en-US" b="1">
                <a:solidFill>
                  <a:schemeClr val="accent2"/>
                </a:solidFill>
                <a:latin typeface="Verdana" panose="020B0604030504040204" pitchFamily="34" charset="0"/>
                <a:ea typeface="Verdana" panose="020B0604030504040204" pitchFamily="34" charset="0"/>
                <a:cs typeface="Verdana" panose="020B0604030504040204" pitchFamily="34" charset="0"/>
              </a:rPr>
              <a:t>quite incompatible</a:t>
            </a:r>
            <a:r>
              <a:rPr lang="en-US" altLang="en-US">
                <a:latin typeface="Verdana" panose="020B0604030504040204" pitchFamily="34" charset="0"/>
                <a:ea typeface="Verdana" panose="020B0604030504040204" pitchFamily="34" charset="0"/>
                <a:cs typeface="Verdana" panose="020B0604030504040204" pitchFamily="34" charset="0"/>
              </a:rPr>
              <a:t> with availability and performance on applications of web-scale.</a:t>
            </a:r>
          </a:p>
          <a:p>
            <a:pPr eaLnBrk="1" hangingPunct="1">
              <a:spcBef>
                <a:spcPct val="0"/>
              </a:spcBef>
            </a:pPr>
            <a:r>
              <a:rPr lang="en-US" altLang="en-US">
                <a:latin typeface="Verdana" panose="020B0604030504040204" pitchFamily="34" charset="0"/>
                <a:ea typeface="Verdana" panose="020B0604030504040204" pitchFamily="34" charset="0"/>
                <a:cs typeface="Verdana" panose="020B0604030504040204" pitchFamily="34" charset="0"/>
              </a:rPr>
              <a:t>For example:</a:t>
            </a:r>
          </a:p>
        </p:txBody>
      </p:sp>
      <p:sp>
        <p:nvSpPr>
          <p:cNvPr id="28676" name="Google Shape;290;g1f685ef6d38_0_482">
            <a:extLst>
              <a:ext uri="{FF2B5EF4-FFF2-40B4-BE49-F238E27FC236}">
                <a16:creationId xmlns:a16="http://schemas.microsoft.com/office/drawing/2014/main" id="{CDAFC866-C1A1-6936-CAD2-8334076132E7}"/>
              </a:ext>
            </a:extLst>
          </p:cNvPr>
          <p:cNvSpPr>
            <a:spLocks noGrp="1" noChangeArrowheads="1"/>
          </p:cNvSpPr>
          <p:nvPr>
            <p:ph type="sldNum" sz="quarter" idx="10"/>
          </p:nvPr>
        </p:nvSpPr>
        <p:spPr>
          <a:noFill/>
        </p:spPr>
        <p:txBody>
          <a:bodyPr/>
          <a:lstStyle/>
          <a:p>
            <a:fld id="{C6C5252E-4E52-4556-BCEC-21DBF07A5DE2}" type="slidenum">
              <a:rPr lang="en-US" altLang="en-US"/>
              <a:pPr/>
              <a:t>12</a:t>
            </a:fld>
            <a:endParaRPr lang="en-US" altLang="en-US"/>
          </a:p>
        </p:txBody>
      </p:sp>
      <p:pic>
        <p:nvPicPr>
          <p:cNvPr id="28677" name="Google Shape;291;g1f685ef6d38_0_482" descr="Google Shape;291;g1f685ef6d38_0_482">
            <a:extLst>
              <a:ext uri="{FF2B5EF4-FFF2-40B4-BE49-F238E27FC236}">
                <a16:creationId xmlns:a16="http://schemas.microsoft.com/office/drawing/2014/main" id="{7DB93F3A-4FE9-CFB8-9EEC-B3D85C2F5F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2588" y="3303588"/>
            <a:ext cx="38576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8678" name="Google Shape;292;g1f685ef6d38_0_482" descr="Google Shape;292;g1f685ef6d38_0_482">
            <a:extLst>
              <a:ext uri="{FF2B5EF4-FFF2-40B4-BE49-F238E27FC236}">
                <a16:creationId xmlns:a16="http://schemas.microsoft.com/office/drawing/2014/main" id="{B7D12D02-4F40-DC63-26C3-D2D28B972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4706938"/>
            <a:ext cx="1258887" cy="149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8679" name="Google Shape;293;g1f685ef6d38_0_482" descr="Google Shape;293;g1f685ef6d38_0_482">
            <a:extLst>
              <a:ext uri="{FF2B5EF4-FFF2-40B4-BE49-F238E27FC236}">
                <a16:creationId xmlns:a16="http://schemas.microsoft.com/office/drawing/2014/main" id="{C0199BEC-F942-188F-512D-6FC9D011D6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50" y="4038600"/>
            <a:ext cx="1228725"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8680" name="Google Shape;294;g1f685ef6d38_0_482">
            <a:extLst>
              <a:ext uri="{FF2B5EF4-FFF2-40B4-BE49-F238E27FC236}">
                <a16:creationId xmlns:a16="http://schemas.microsoft.com/office/drawing/2014/main" id="{E90CDB68-B65E-108A-2E33-F0226FFDD733}"/>
              </a:ext>
            </a:extLst>
          </p:cNvPr>
          <p:cNvSpPr>
            <a:spLocks noChangeShapeType="1"/>
          </p:cNvSpPr>
          <p:nvPr/>
        </p:nvSpPr>
        <p:spPr bwMode="auto">
          <a:xfrm flipV="1">
            <a:off x="2171700" y="4271963"/>
            <a:ext cx="1006475" cy="434975"/>
          </a:xfrm>
          <a:prstGeom prst="line">
            <a:avLst/>
          </a:prstGeom>
          <a:noFill/>
          <a:ln w="76200">
            <a:solidFill>
              <a:srgbClr val="6AA84F"/>
            </a:solidFill>
            <a:round/>
            <a:headEnd/>
            <a:tailEnd type="triangle" w="med" len="med"/>
          </a:ln>
          <a:extLst>
            <a:ext uri="{909E8E84-426E-40DD-AFC4-6F175D3DCCD1}">
              <a14:hiddenFill xmlns:a14="http://schemas.microsoft.com/office/drawing/2010/main">
                <a:noFill/>
              </a14:hiddenFill>
            </a:ext>
          </a:extLst>
        </p:spPr>
        <p:txBody>
          <a:bodyPr lIns="45719" rIns="45719"/>
          <a:lstStyle/>
          <a:p>
            <a:endParaRPr lang="en-IN"/>
          </a:p>
        </p:txBody>
      </p:sp>
      <p:sp>
        <p:nvSpPr>
          <p:cNvPr id="28681" name="Google Shape;295;g1f685ef6d38_0_482">
            <a:extLst>
              <a:ext uri="{FF2B5EF4-FFF2-40B4-BE49-F238E27FC236}">
                <a16:creationId xmlns:a16="http://schemas.microsoft.com/office/drawing/2014/main" id="{A3B01A11-4171-0450-2C49-BFDB486982BB}"/>
              </a:ext>
            </a:extLst>
          </p:cNvPr>
          <p:cNvSpPr>
            <a:spLocks noChangeShapeType="1"/>
          </p:cNvSpPr>
          <p:nvPr/>
        </p:nvSpPr>
        <p:spPr bwMode="auto">
          <a:xfrm>
            <a:off x="6213475" y="4241800"/>
            <a:ext cx="1330325" cy="527050"/>
          </a:xfrm>
          <a:prstGeom prst="line">
            <a:avLst/>
          </a:prstGeom>
          <a:noFill/>
          <a:ln w="76200">
            <a:solidFill>
              <a:schemeClr val="accent2"/>
            </a:solidFill>
            <a:round/>
            <a:headEnd/>
            <a:tailEnd type="triangle" w="med" len="med"/>
          </a:ln>
          <a:extLst>
            <a:ext uri="{909E8E84-426E-40DD-AFC4-6F175D3DCCD1}">
              <a14:hiddenFill xmlns:a14="http://schemas.microsoft.com/office/drawing/2010/main">
                <a:noFill/>
              </a14:hiddenFill>
            </a:ext>
          </a:extLst>
        </p:spPr>
        <p:txBody>
          <a:bodyPr lIns="45719" rIns="45719"/>
          <a:lstStyle/>
          <a:p>
            <a:endParaRPr lang="en-IN"/>
          </a:p>
        </p:txBody>
      </p:sp>
      <p:pic>
        <p:nvPicPr>
          <p:cNvPr id="28682" name="Google Shape;296;g1f685ef6d38_0_482" descr="Google Shape;296;g1f685ef6d38_0_482">
            <a:extLst>
              <a:ext uri="{FF2B5EF4-FFF2-40B4-BE49-F238E27FC236}">
                <a16:creationId xmlns:a16="http://schemas.microsoft.com/office/drawing/2014/main" id="{EB0E4314-ED92-0FF0-904A-65C8EE287B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53250" y="351313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Google Shape;302;g1f685ef6d38_0_496">
            <a:extLst>
              <a:ext uri="{FF2B5EF4-FFF2-40B4-BE49-F238E27FC236}">
                <a16:creationId xmlns:a16="http://schemas.microsoft.com/office/drawing/2014/main" id="{6B4B97BC-B3C9-8D0D-0D42-948BD58F17FA}"/>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Difficulties with ACID property</a:t>
            </a:r>
          </a:p>
        </p:txBody>
      </p:sp>
      <p:sp>
        <p:nvSpPr>
          <p:cNvPr id="29699" name="Google Shape;303;g1f685ef6d38_0_496">
            <a:extLst>
              <a:ext uri="{FF2B5EF4-FFF2-40B4-BE49-F238E27FC236}">
                <a16:creationId xmlns:a16="http://schemas.microsoft.com/office/drawing/2014/main" id="{F5A2BEC7-CF0F-C4E3-712E-0392AAC0120E}"/>
              </a:ext>
            </a:extLst>
          </p:cNvPr>
          <p:cNvSpPr txBox="1">
            <a:spLocks noGrp="1" noChangeArrowheads="1"/>
          </p:cNvSpPr>
          <p:nvPr>
            <p:ph type="body" idx="1"/>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Amazon will work </a:t>
            </a:r>
            <a:r>
              <a:rPr lang="en-US" altLang="en-US" b="1">
                <a:latin typeface="Verdana" panose="020B0604030504040204" pitchFamily="34" charset="0"/>
                <a:ea typeface="Verdana" panose="020B0604030504040204" pitchFamily="34" charset="0"/>
                <a:cs typeface="Verdana" panose="020B0604030504040204" pitchFamily="34" charset="0"/>
              </a:rPr>
              <a:t>very slow</a:t>
            </a:r>
            <a:r>
              <a:rPr lang="en-US" altLang="en-US">
                <a:latin typeface="Verdana" panose="020B0604030504040204" pitchFamily="34" charset="0"/>
                <a:ea typeface="Verdana" panose="020B0604030504040204" pitchFamily="34" charset="0"/>
                <a:cs typeface="Verdana" panose="020B0604030504040204" pitchFamily="34" charset="0"/>
              </a:rPr>
              <a:t> in the following scenario.</a:t>
            </a:r>
          </a:p>
          <a:p>
            <a:pPr eaLnBrk="1" hangingPunct="1">
              <a:spcBef>
                <a:spcPct val="0"/>
              </a:spcBef>
            </a:pPr>
            <a:r>
              <a:rPr lang="en-US" altLang="en-US">
                <a:latin typeface="Verdana" panose="020B0604030504040204" pitchFamily="34" charset="0"/>
                <a:ea typeface="Verdana" panose="020B0604030504040204" pitchFamily="34" charset="0"/>
                <a:cs typeface="Verdana" panose="020B0604030504040204" pitchFamily="34" charset="0"/>
              </a:rPr>
              <a:t>For example:</a:t>
            </a:r>
          </a:p>
          <a:p>
            <a:pPr eaLnBrk="1" hangingPunct="1">
              <a:spcBef>
                <a:spcPct val="0"/>
              </a:spcBef>
            </a:pPr>
            <a:r>
              <a:rPr lang="en-US" altLang="en-US">
                <a:latin typeface="Verdana" panose="020B0604030504040204" pitchFamily="34" charset="0"/>
                <a:ea typeface="Verdana" panose="020B0604030504040204" pitchFamily="34" charset="0"/>
                <a:cs typeface="Verdana" panose="020B0604030504040204" pitchFamily="34" charset="0"/>
              </a:rPr>
              <a:t>If I proceed to buy a book and a transaction is on, it will l</a:t>
            </a:r>
            <a:r>
              <a:rPr lang="en-US" altLang="en-US" b="1">
                <a:latin typeface="Verdana" panose="020B0604030504040204" pitchFamily="34" charset="0"/>
                <a:ea typeface="Verdana" panose="020B0604030504040204" pitchFamily="34" charset="0"/>
                <a:cs typeface="Verdana" panose="020B0604030504040204" pitchFamily="34" charset="0"/>
              </a:rPr>
              <a:t>ock a part of the database</a:t>
            </a:r>
            <a:r>
              <a:rPr lang="en-US" altLang="en-US">
                <a:latin typeface="Verdana" panose="020B0604030504040204" pitchFamily="34" charset="0"/>
                <a:ea typeface="Verdana" panose="020B0604030504040204" pitchFamily="34" charset="0"/>
                <a:cs typeface="Verdana" panose="020B0604030504040204" pitchFamily="34" charset="0"/>
              </a:rPr>
              <a:t>, specifically the inventory, and </a:t>
            </a:r>
            <a:r>
              <a:rPr lang="en-US" altLang="en-US" b="1">
                <a:latin typeface="Verdana" panose="020B0604030504040204" pitchFamily="34" charset="0"/>
                <a:ea typeface="Verdana" panose="020B0604030504040204" pitchFamily="34" charset="0"/>
                <a:cs typeface="Verdana" panose="020B0604030504040204" pitchFamily="34" charset="0"/>
              </a:rPr>
              <a:t>every other person in the world will have to wait</a:t>
            </a:r>
            <a:r>
              <a:rPr lang="en-US" altLang="en-US">
                <a:latin typeface="Verdana" panose="020B0604030504040204" pitchFamily="34" charset="0"/>
                <a:ea typeface="Verdana" panose="020B0604030504040204" pitchFamily="34" charset="0"/>
                <a:cs typeface="Verdana" panose="020B0604030504040204" pitchFamily="34" charset="0"/>
              </a:rPr>
              <a:t> until I complete my transaction. </a:t>
            </a:r>
          </a:p>
        </p:txBody>
      </p:sp>
      <p:sp>
        <p:nvSpPr>
          <p:cNvPr id="29700" name="Google Shape;304;g1f685ef6d38_0_496">
            <a:extLst>
              <a:ext uri="{FF2B5EF4-FFF2-40B4-BE49-F238E27FC236}">
                <a16:creationId xmlns:a16="http://schemas.microsoft.com/office/drawing/2014/main" id="{E6B4C70B-DA45-BB7A-E5FB-5976A3B54F21}"/>
              </a:ext>
            </a:extLst>
          </p:cNvPr>
          <p:cNvSpPr>
            <a:spLocks noGrp="1" noChangeArrowheads="1"/>
          </p:cNvSpPr>
          <p:nvPr>
            <p:ph type="sldNum" sz="quarter" idx="10"/>
          </p:nvPr>
        </p:nvSpPr>
        <p:spPr>
          <a:noFill/>
        </p:spPr>
        <p:txBody>
          <a:bodyPr/>
          <a:lstStyle/>
          <a:p>
            <a:fld id="{E659DEB2-1739-408B-814C-FF7FDAE8A3EE}" type="slidenum">
              <a:rPr lang="en-US" altLang="en-US"/>
              <a:pPr/>
              <a:t>13</a:t>
            </a:fld>
            <a:endParaRPr lang="en-US" altLang="en-US"/>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Google Shape;310;g1f685ef6d38_0_511">
            <a:extLst>
              <a:ext uri="{FF2B5EF4-FFF2-40B4-BE49-F238E27FC236}">
                <a16:creationId xmlns:a16="http://schemas.microsoft.com/office/drawing/2014/main" id="{00A58FEC-0281-940A-7E9D-501695932FA7}"/>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Solution: BASE </a:t>
            </a:r>
          </a:p>
        </p:txBody>
      </p:sp>
      <p:sp>
        <p:nvSpPr>
          <p:cNvPr id="348" name="Google Shape;311;g1f685ef6d38_0_511">
            <a:extLst>
              <a:ext uri="{FF2B5EF4-FFF2-40B4-BE49-F238E27FC236}">
                <a16:creationId xmlns:a16="http://schemas.microsoft.com/office/drawing/2014/main" id="{7FC3CA37-527E-A2DE-5F8E-DF86A3825B5C}"/>
              </a:ext>
            </a:extLst>
          </p:cNvPr>
          <p:cNvSpPr txBox="1">
            <a:spLocks noGrp="1"/>
          </p:cNvSpPr>
          <p:nvPr>
            <p:ph type="body" idx="1"/>
          </p:nvPr>
        </p:nvSpPr>
        <p:spPr/>
        <p:txBody>
          <a:bodyPr>
            <a:normAutofit lnSpcReduction="10000"/>
          </a:bodyPr>
          <a:lstStyle/>
          <a:p>
            <a:pPr marL="0" indent="0" eaLnBrk="1" fontAlgn="auto" hangingPunct="1">
              <a:spcAft>
                <a:spcPts val="0"/>
              </a:spcAft>
              <a:buSzTx/>
              <a:buFont typeface="Helvetica"/>
              <a:buNone/>
              <a:defRPr/>
            </a:pPr>
            <a:r>
              <a:rPr>
                <a:sym typeface="Verdana"/>
              </a:rPr>
              <a:t>Look beyond ACID to something called </a:t>
            </a:r>
            <a:r>
              <a:rPr b="1">
                <a:solidFill>
                  <a:schemeClr val="accent2"/>
                </a:solidFill>
                <a:sym typeface="Verdana"/>
              </a:rPr>
              <a:t>BASE </a:t>
            </a:r>
            <a:r>
              <a:rPr>
                <a:sym typeface="Verdana"/>
              </a:rPr>
              <a:t>, coined by Eric Brewer</a:t>
            </a:r>
          </a:p>
          <a:p>
            <a:pPr indent="-374650" eaLnBrk="1" fontAlgn="auto" hangingPunct="1">
              <a:spcAft>
                <a:spcPts val="0"/>
              </a:spcAft>
              <a:buSzPts val="2300"/>
              <a:buFont typeface="Helvetica"/>
              <a:buChar char="●"/>
              <a:defRPr sz="2300" b="1"/>
            </a:pPr>
            <a:r>
              <a:rPr sz="2300" b="1">
                <a:sym typeface="Verdana"/>
              </a:rPr>
              <a:t>Basic availability</a:t>
            </a:r>
            <a:r>
              <a:rPr sz="2300">
                <a:sym typeface="Verdana"/>
              </a:rPr>
              <a:t>: Each request is guaranteed a response—successful or failed execution. </a:t>
            </a:r>
          </a:p>
          <a:p>
            <a:pPr marL="0" indent="457200" eaLnBrk="1" fontAlgn="auto" hangingPunct="1">
              <a:spcAft>
                <a:spcPts val="0"/>
              </a:spcAft>
              <a:buSzTx/>
              <a:buFont typeface="Helvetica"/>
              <a:buNone/>
              <a:defRPr sz="2300"/>
            </a:pPr>
            <a:endParaRPr sz="2300">
              <a:sym typeface="Verdana"/>
            </a:endParaRPr>
          </a:p>
          <a:p>
            <a:pPr indent="-374650" eaLnBrk="1" fontAlgn="auto" hangingPunct="1">
              <a:spcAft>
                <a:spcPts val="0"/>
              </a:spcAft>
              <a:buSzPts val="2300"/>
              <a:buFont typeface="Helvetica"/>
              <a:buChar char="●"/>
              <a:defRPr sz="2300" b="1"/>
            </a:pPr>
            <a:r>
              <a:rPr sz="2300" b="1">
                <a:sym typeface="Verdana"/>
              </a:rPr>
              <a:t>Soft state</a:t>
            </a:r>
            <a:r>
              <a:rPr sz="2300">
                <a:sym typeface="Verdana"/>
              </a:rPr>
              <a:t>: The state of the system may change over time, at times without any input (for eventual consistency).</a:t>
            </a:r>
          </a:p>
          <a:p>
            <a:pPr marL="0" indent="457200" eaLnBrk="1" fontAlgn="auto" hangingPunct="1">
              <a:spcAft>
                <a:spcPts val="0"/>
              </a:spcAft>
              <a:buSzTx/>
              <a:buFont typeface="Helvetica"/>
              <a:buNone/>
              <a:defRPr sz="2300"/>
            </a:pPr>
            <a:endParaRPr sz="2300">
              <a:sym typeface="Verdana"/>
            </a:endParaRPr>
          </a:p>
          <a:p>
            <a:pPr indent="-374650" eaLnBrk="1" fontAlgn="auto" hangingPunct="1">
              <a:spcAft>
                <a:spcPts val="0"/>
              </a:spcAft>
              <a:buSzPts val="2300"/>
              <a:buFont typeface="Helvetica"/>
              <a:buChar char="●"/>
              <a:defRPr sz="2300" b="1"/>
            </a:pPr>
            <a:r>
              <a:rPr sz="2300" b="1">
                <a:sym typeface="Verdana"/>
              </a:rPr>
              <a:t>Eventual consistency</a:t>
            </a:r>
            <a:r>
              <a:rPr sz="2300">
                <a:sym typeface="Verdana"/>
              </a:rPr>
              <a:t>: The database may be momentarily inconsistent but will be consistent eventually</a:t>
            </a:r>
          </a:p>
        </p:txBody>
      </p:sp>
      <p:sp>
        <p:nvSpPr>
          <p:cNvPr id="30724" name="Google Shape;312;g1f685ef6d38_0_511">
            <a:extLst>
              <a:ext uri="{FF2B5EF4-FFF2-40B4-BE49-F238E27FC236}">
                <a16:creationId xmlns:a16="http://schemas.microsoft.com/office/drawing/2014/main" id="{92C6E799-9071-0DA3-2E4F-AAF5774D263A}"/>
              </a:ext>
            </a:extLst>
          </p:cNvPr>
          <p:cNvSpPr>
            <a:spLocks noGrp="1" noChangeArrowheads="1"/>
          </p:cNvSpPr>
          <p:nvPr>
            <p:ph type="sldNum" sz="quarter" idx="10"/>
          </p:nvPr>
        </p:nvSpPr>
        <p:spPr>
          <a:noFill/>
        </p:spPr>
        <p:txBody>
          <a:bodyPr/>
          <a:lstStyle/>
          <a:p>
            <a:fld id="{D9B47278-C9F3-4801-A229-50EEDF17EE9D}" type="slidenum">
              <a:rPr lang="en-US" altLang="en-US"/>
              <a:pPr/>
              <a:t>14</a:t>
            </a:fld>
            <a:endParaRPr lang="en-US" altLang="en-US"/>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p:tmAbs val="0"/>
                                  </p:iterate>
                                  <p:childTnLst>
                                    <p:set>
                                      <p:cBhvr>
                                        <p:cTn id="6" fill="hold"/>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 grpId="0"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Google Shape;318;g1f685ef6d38_0_536">
            <a:extLst>
              <a:ext uri="{FF2B5EF4-FFF2-40B4-BE49-F238E27FC236}">
                <a16:creationId xmlns:a16="http://schemas.microsoft.com/office/drawing/2014/main" id="{F7BD2492-38AE-CA20-DF25-32C3CBE80667}"/>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Why NoSQL(1)?</a:t>
            </a:r>
          </a:p>
        </p:txBody>
      </p:sp>
      <p:sp>
        <p:nvSpPr>
          <p:cNvPr id="352" name="Google Shape;319;g1f685ef6d38_0_536">
            <a:extLst>
              <a:ext uri="{FF2B5EF4-FFF2-40B4-BE49-F238E27FC236}">
                <a16:creationId xmlns:a16="http://schemas.microsoft.com/office/drawing/2014/main" id="{6E0EEB60-E0BF-D144-9D7A-4469F35A6EBD}"/>
              </a:ext>
            </a:extLst>
          </p:cNvPr>
          <p:cNvSpPr txBox="1">
            <a:spLocks noGrp="1"/>
          </p:cNvSpPr>
          <p:nvPr>
            <p:ph type="body" idx="1"/>
          </p:nvPr>
        </p:nvSpPr>
        <p:spPr/>
        <p:txBody>
          <a:bodyPr>
            <a:normAutofit/>
          </a:bodyPr>
          <a:lstStyle/>
          <a:p>
            <a:pPr marL="0" indent="0" eaLnBrk="1" fontAlgn="auto" hangingPunct="1">
              <a:spcAft>
                <a:spcPts val="0"/>
              </a:spcAft>
              <a:buSzTx/>
              <a:buFont typeface="Helvetica"/>
              <a:buNone/>
              <a:defRPr sz="1800"/>
            </a:pPr>
            <a:endParaRPr sz="1800">
              <a:sym typeface="Verdana"/>
            </a:endParaRPr>
          </a:p>
          <a:p>
            <a:pPr marL="0" indent="0" eaLnBrk="1" fontAlgn="auto" hangingPunct="1">
              <a:spcAft>
                <a:spcPts val="0"/>
              </a:spcAft>
              <a:buSzTx/>
              <a:buFont typeface="Helvetica"/>
              <a:buNone/>
              <a:defRPr sz="1800"/>
            </a:pPr>
            <a:endParaRPr sz="1800">
              <a:sym typeface="Verdana"/>
            </a:endParaRPr>
          </a:p>
          <a:p>
            <a:pPr marL="0" indent="0" eaLnBrk="1" fontAlgn="auto" hangingPunct="1">
              <a:spcAft>
                <a:spcPts val="0"/>
              </a:spcAft>
              <a:buSzTx/>
              <a:buFont typeface="Helvetica"/>
              <a:buNone/>
              <a:defRPr sz="1800"/>
            </a:pPr>
            <a:endParaRPr sz="1800">
              <a:sym typeface="Verdana"/>
            </a:endParaRPr>
          </a:p>
          <a:p>
            <a:pPr marL="0" indent="0" eaLnBrk="1" fontAlgn="auto" hangingPunct="1">
              <a:spcAft>
                <a:spcPts val="0"/>
              </a:spcAft>
              <a:buSzTx/>
              <a:buFont typeface="Helvetica"/>
              <a:buNone/>
              <a:defRPr sz="1800"/>
            </a:pPr>
            <a:endParaRPr sz="1800">
              <a:sym typeface="Verdana"/>
            </a:endParaRPr>
          </a:p>
          <a:p>
            <a:pPr marL="0" indent="0" eaLnBrk="1" fontAlgn="auto" hangingPunct="1">
              <a:spcAft>
                <a:spcPts val="0"/>
              </a:spcAft>
              <a:buSzTx/>
              <a:buFont typeface="Helvetica"/>
              <a:buNone/>
              <a:defRPr sz="1800"/>
            </a:pPr>
            <a:endParaRPr sz="1800">
              <a:sym typeface="Verdana"/>
            </a:endParaRPr>
          </a:p>
          <a:p>
            <a:pPr marL="0" indent="0" eaLnBrk="1" fontAlgn="auto" hangingPunct="1">
              <a:spcAft>
                <a:spcPts val="0"/>
              </a:spcAft>
              <a:buSzTx/>
              <a:buFont typeface="Helvetica"/>
              <a:buNone/>
              <a:defRPr sz="1800"/>
            </a:pPr>
            <a:endParaRPr sz="1800">
              <a:sym typeface="Verdana"/>
            </a:endParaRPr>
          </a:p>
          <a:p>
            <a:pPr marL="0" indent="0" eaLnBrk="1" fontAlgn="auto" hangingPunct="1">
              <a:spcAft>
                <a:spcPts val="0"/>
              </a:spcAft>
              <a:buSzTx/>
              <a:buFont typeface="Helvetica"/>
              <a:buNone/>
              <a:defRPr sz="1800"/>
            </a:pPr>
            <a:endParaRPr sz="1800">
              <a:sym typeface="Verdana"/>
            </a:endParaRPr>
          </a:p>
          <a:p>
            <a:pPr marL="0" indent="0" eaLnBrk="1" fontAlgn="auto" hangingPunct="1">
              <a:spcAft>
                <a:spcPts val="0"/>
              </a:spcAft>
              <a:buSzTx/>
              <a:buFont typeface="Helvetica"/>
              <a:buNone/>
              <a:defRPr sz="1800"/>
            </a:pPr>
            <a:endParaRPr sz="1800">
              <a:sym typeface="Verdana"/>
            </a:endParaRPr>
          </a:p>
          <a:p>
            <a:pPr marL="0" indent="0" eaLnBrk="1" fontAlgn="auto" hangingPunct="1">
              <a:spcAft>
                <a:spcPts val="0"/>
              </a:spcAft>
              <a:buSzTx/>
              <a:buFont typeface="Helvetica"/>
              <a:buNone/>
              <a:defRPr sz="1800" b="1"/>
            </a:pPr>
            <a:r>
              <a:rPr sz="1800" b="1">
                <a:sym typeface="Verdana"/>
              </a:rPr>
              <a:t>Schemaless data representation</a:t>
            </a:r>
            <a:r>
              <a:rPr sz="1800">
                <a:sym typeface="Verdana"/>
              </a:rPr>
              <a:t>: </a:t>
            </a:r>
          </a:p>
          <a:p>
            <a:pPr eaLnBrk="1" fontAlgn="auto" hangingPunct="1">
              <a:spcAft>
                <a:spcPts val="0"/>
              </a:spcAft>
              <a:buSzPts val="1800"/>
              <a:buFont typeface="Helvetica"/>
              <a:buChar char="□"/>
              <a:defRPr sz="1800"/>
            </a:pPr>
            <a:r>
              <a:rPr sz="1800">
                <a:sym typeface="Verdana"/>
              </a:rPr>
              <a:t>Almost all NoSQL implementations offer schemaless data representation. </a:t>
            </a:r>
          </a:p>
          <a:p>
            <a:pPr eaLnBrk="1" fontAlgn="auto" hangingPunct="1">
              <a:spcBef>
                <a:spcPts val="0"/>
              </a:spcBef>
              <a:spcAft>
                <a:spcPts val="0"/>
              </a:spcAft>
              <a:buSzPts val="1800"/>
              <a:buFont typeface="Helvetica"/>
              <a:buChar char="□"/>
              <a:defRPr sz="1800"/>
            </a:pPr>
            <a:r>
              <a:rPr sz="1800">
                <a:sym typeface="Verdana"/>
              </a:rPr>
              <a:t>This means that you don’t have to think too far ahead to define a structure and you can continue to evolve over time—including adding new fields or even nesting the data, for example, in case of JSON representation. </a:t>
            </a:r>
          </a:p>
        </p:txBody>
      </p:sp>
      <p:sp>
        <p:nvSpPr>
          <p:cNvPr id="31748" name="Google Shape;320;g1f685ef6d38_0_536">
            <a:extLst>
              <a:ext uri="{FF2B5EF4-FFF2-40B4-BE49-F238E27FC236}">
                <a16:creationId xmlns:a16="http://schemas.microsoft.com/office/drawing/2014/main" id="{49F9BE15-1EF6-26E8-B70A-808EEEFF7D24}"/>
              </a:ext>
            </a:extLst>
          </p:cNvPr>
          <p:cNvSpPr>
            <a:spLocks noGrp="1" noChangeArrowheads="1"/>
          </p:cNvSpPr>
          <p:nvPr>
            <p:ph type="sldNum" sz="quarter" idx="10"/>
          </p:nvPr>
        </p:nvSpPr>
        <p:spPr>
          <a:noFill/>
        </p:spPr>
        <p:txBody>
          <a:bodyPr/>
          <a:lstStyle/>
          <a:p>
            <a:fld id="{EF0131A0-002F-446B-9D91-C17E48ACAA91}" type="slidenum">
              <a:rPr lang="en-US" altLang="en-US"/>
              <a:pPr/>
              <a:t>15</a:t>
            </a:fld>
            <a:endParaRPr lang="en-US" altLang="en-US"/>
          </a:p>
        </p:txBody>
      </p:sp>
      <p:pic>
        <p:nvPicPr>
          <p:cNvPr id="31749" name="Google Shape;321;g1f685ef6d38_0_536" descr="Google Shape;321;g1f685ef6d38_0_536">
            <a:extLst>
              <a:ext uri="{FF2B5EF4-FFF2-40B4-BE49-F238E27FC236}">
                <a16:creationId xmlns:a16="http://schemas.microsoft.com/office/drawing/2014/main" id="{A0FF0AE0-A189-5BFD-7BA5-112817BE7D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9188" y="1219200"/>
            <a:ext cx="5170487"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Google Shape;327;g1f685ef6d38_0_520">
            <a:extLst>
              <a:ext uri="{FF2B5EF4-FFF2-40B4-BE49-F238E27FC236}">
                <a16:creationId xmlns:a16="http://schemas.microsoft.com/office/drawing/2014/main" id="{253DE5D0-3CDA-9AD1-8D59-2AC0A058AE98}"/>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Why NoSQL? (2)</a:t>
            </a:r>
          </a:p>
        </p:txBody>
      </p:sp>
      <p:sp>
        <p:nvSpPr>
          <p:cNvPr id="32771" name="Google Shape;328;g1f685ef6d38_0_520">
            <a:extLst>
              <a:ext uri="{FF2B5EF4-FFF2-40B4-BE49-F238E27FC236}">
                <a16:creationId xmlns:a16="http://schemas.microsoft.com/office/drawing/2014/main" id="{F6ECB5FB-AF50-3012-763B-035793626AEF}"/>
              </a:ext>
            </a:extLst>
          </p:cNvPr>
          <p:cNvSpPr txBox="1">
            <a:spLocks noGrp="1" noChangeArrowheads="1"/>
          </p:cNvSpPr>
          <p:nvPr>
            <p:ph type="body" idx="1"/>
          </p:nvPr>
        </p:nvSpPr>
        <p:spPr/>
        <p:txBody>
          <a:bodyPr/>
          <a:lstStyle/>
          <a:p>
            <a:pPr marL="0" indent="0" eaLnBrk="1" hangingPunct="1">
              <a:buSzTx/>
              <a:buFont typeface="Helvetica"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Development time</a:t>
            </a: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solidFill>
                  <a:schemeClr val="accent2"/>
                </a:solidFill>
                <a:latin typeface="Verdana" panose="020B0604030504040204" pitchFamily="34" charset="0"/>
                <a:ea typeface="Verdana" panose="020B0604030504040204" pitchFamily="34" charset="0"/>
                <a:cs typeface="Verdana" panose="020B0604030504040204" pitchFamily="34" charset="0"/>
              </a:rPr>
              <a:t>Reduced development time </a:t>
            </a:r>
            <a:r>
              <a:rPr lang="en-US" altLang="en-US" sz="1800">
                <a:latin typeface="Verdana" panose="020B0604030504040204" pitchFamily="34" charset="0"/>
                <a:ea typeface="Verdana" panose="020B0604030504040204" pitchFamily="34" charset="0"/>
                <a:cs typeface="Verdana" panose="020B0604030504040204" pitchFamily="34" charset="0"/>
              </a:rPr>
              <a:t>because one doesn’t have to deal with complex SQL queries.</a:t>
            </a:r>
          </a:p>
          <a:p>
            <a:pPr marL="0" indent="0" eaLnBrk="1" hangingPunct="1">
              <a:buSzTx/>
              <a:buFont typeface="Helvetica"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Speed:</a:t>
            </a:r>
            <a:r>
              <a:rPr lang="en-US" altLang="en-US" sz="1800">
                <a:latin typeface="Verdana" panose="020B0604030504040204" pitchFamily="34" charset="0"/>
                <a:ea typeface="Verdana" panose="020B0604030504040204" pitchFamily="34" charset="0"/>
                <a:cs typeface="Verdana" panose="020B0604030504040204" pitchFamily="34" charset="0"/>
              </a:rPr>
              <a:t> Even with the small amount of data that you have, if you can deliver in milliseconds rather than hundreds of milliseconds —especially over mobile and other intermittently connected devices—you have much higher probability of winning users over. </a:t>
            </a:r>
          </a:p>
          <a:p>
            <a:pPr marL="0" indent="0" eaLnBrk="1" hangingPunct="1">
              <a:buSzTx/>
              <a:buFont typeface="Helvetica"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endParaRPr lang="en-US" altLang="en-US" sz="1800">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Plan ahead for scalability:</a:t>
            </a: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solidFill>
                  <a:schemeClr val="accent2"/>
                </a:solidFill>
                <a:latin typeface="Verdana" panose="020B0604030504040204" pitchFamily="34" charset="0"/>
                <a:ea typeface="Verdana" panose="020B0604030504040204" pitchFamily="34" charset="0"/>
                <a:cs typeface="Verdana" panose="020B0604030504040204" pitchFamily="34" charset="0"/>
              </a:rPr>
              <a:t>your application can be quite elastic</a:t>
            </a:r>
            <a:r>
              <a:rPr lang="en-US" altLang="en-US" sz="1800">
                <a:latin typeface="Verdana" panose="020B0604030504040204" pitchFamily="34" charset="0"/>
                <a:ea typeface="Verdana" panose="020B0604030504040204" pitchFamily="34" charset="0"/>
                <a:cs typeface="Verdana" panose="020B0604030504040204" pitchFamily="34" charset="0"/>
              </a:rPr>
              <a:t>—it can handle sudden spikes of load. Of course, you win users over straightaway</a:t>
            </a:r>
          </a:p>
        </p:txBody>
      </p:sp>
      <p:sp>
        <p:nvSpPr>
          <p:cNvPr id="32772" name="Google Shape;329;g1f685ef6d38_0_520">
            <a:extLst>
              <a:ext uri="{FF2B5EF4-FFF2-40B4-BE49-F238E27FC236}">
                <a16:creationId xmlns:a16="http://schemas.microsoft.com/office/drawing/2014/main" id="{B6F50078-F541-9F61-5557-9996854DC233}"/>
              </a:ext>
            </a:extLst>
          </p:cNvPr>
          <p:cNvSpPr>
            <a:spLocks noGrp="1" noChangeArrowheads="1"/>
          </p:cNvSpPr>
          <p:nvPr>
            <p:ph type="sldNum" sz="quarter" idx="10"/>
          </p:nvPr>
        </p:nvSpPr>
        <p:spPr>
          <a:noFill/>
        </p:spPr>
        <p:txBody>
          <a:bodyPr/>
          <a:lstStyle/>
          <a:p>
            <a:fld id="{01968F33-02BD-4863-997B-389EC6AD2A4F}" type="slidenum">
              <a:rPr lang="en-US" altLang="en-US"/>
              <a:pPr/>
              <a:t>16</a:t>
            </a:fld>
            <a:endParaRPr lang="en-US" altLang="en-US"/>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Google Shape;335;g1f685ef6d38_0_528">
            <a:extLst>
              <a:ext uri="{FF2B5EF4-FFF2-40B4-BE49-F238E27FC236}">
                <a16:creationId xmlns:a16="http://schemas.microsoft.com/office/drawing/2014/main" id="{AE87682F-084C-E46C-602A-226E2CE88B85}"/>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List of NoSQL Databases</a:t>
            </a:r>
          </a:p>
        </p:txBody>
      </p:sp>
      <p:sp>
        <p:nvSpPr>
          <p:cNvPr id="33795" name="Google Shape;336;g1f685ef6d38_0_528">
            <a:extLst>
              <a:ext uri="{FF2B5EF4-FFF2-40B4-BE49-F238E27FC236}">
                <a16:creationId xmlns:a16="http://schemas.microsoft.com/office/drawing/2014/main" id="{D8C9556A-E44F-C20A-5DDB-C82691386862}"/>
              </a:ext>
            </a:extLst>
          </p:cNvPr>
          <p:cNvSpPr>
            <a:spLocks noGrp="1" noChangeArrowheads="1"/>
          </p:cNvSpPr>
          <p:nvPr>
            <p:ph type="sldNum" sz="quarter" idx="10"/>
          </p:nvPr>
        </p:nvSpPr>
        <p:spPr>
          <a:noFill/>
        </p:spPr>
        <p:txBody>
          <a:bodyPr/>
          <a:lstStyle/>
          <a:p>
            <a:fld id="{12152D53-F6EC-466F-979B-B9D46E848D85}" type="slidenum">
              <a:rPr lang="en-US" altLang="en-US"/>
              <a:pPr/>
              <a:t>17</a:t>
            </a:fld>
            <a:endParaRPr lang="en-US" altLang="en-US"/>
          </a:p>
        </p:txBody>
      </p:sp>
      <p:pic>
        <p:nvPicPr>
          <p:cNvPr id="33796" name="Google Shape;337;g1f685ef6d38_0_528" descr="Google Shape;337;g1f685ef6d38_0_528">
            <a:extLst>
              <a:ext uri="{FF2B5EF4-FFF2-40B4-BE49-F238E27FC236}">
                <a16:creationId xmlns:a16="http://schemas.microsoft.com/office/drawing/2014/main" id="{528B5AC9-1154-399E-6BB4-1A8FFBAA6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8" y="1219200"/>
            <a:ext cx="7705725" cy="401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3797" name="Google Shape;338;g1f685ef6d38_0_528">
            <a:extLst>
              <a:ext uri="{FF2B5EF4-FFF2-40B4-BE49-F238E27FC236}">
                <a16:creationId xmlns:a16="http://schemas.microsoft.com/office/drawing/2014/main" id="{F665DE22-7EC8-DB50-AC74-E55E2840155A}"/>
              </a:ext>
            </a:extLst>
          </p:cNvPr>
          <p:cNvSpPr txBox="1">
            <a:spLocks noChangeArrowheads="1"/>
          </p:cNvSpPr>
          <p:nvPr/>
        </p:nvSpPr>
        <p:spPr bwMode="auto">
          <a:xfrm>
            <a:off x="485775" y="5340350"/>
            <a:ext cx="8089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eaLnBrk="1"/>
            <a:r>
              <a:rPr lang="en-US" altLang="en-US">
                <a:solidFill>
                  <a:schemeClr val="accent2"/>
                </a:solidFill>
                <a:latin typeface="Verdana" panose="020B0604030504040204" pitchFamily="34" charset="0"/>
                <a:sym typeface="Verdana" panose="020B0604030504040204" pitchFamily="34" charset="0"/>
              </a:rPr>
              <a:t>Details regarding the types f databases will be illustrated later….</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Google Shape;344;g1c19b22ece8_0_11">
            <a:extLst>
              <a:ext uri="{FF2B5EF4-FFF2-40B4-BE49-F238E27FC236}">
                <a16:creationId xmlns:a16="http://schemas.microsoft.com/office/drawing/2014/main" id="{C838E0F1-756B-AE7D-2555-331188C7CE8B}"/>
              </a:ext>
            </a:extLst>
          </p:cNvPr>
          <p:cNvSpPr txBox="1">
            <a:spLocks noGrp="1" noChangeArrowheads="1"/>
          </p:cNvSpPr>
          <p:nvPr>
            <p:ph type="title"/>
          </p:nvPr>
        </p:nvSpPr>
        <p:spPr>
          <a:xfrm>
            <a:off x="730250" y="2970213"/>
            <a:ext cx="8001000" cy="762000"/>
          </a:xfrm>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Characteristics of NoSQL</a:t>
            </a:r>
          </a:p>
        </p:txBody>
      </p:sp>
      <p:sp>
        <p:nvSpPr>
          <p:cNvPr id="34819" name="Google Shape;345;g1c19b22ece8_0_11">
            <a:extLst>
              <a:ext uri="{FF2B5EF4-FFF2-40B4-BE49-F238E27FC236}">
                <a16:creationId xmlns:a16="http://schemas.microsoft.com/office/drawing/2014/main" id="{136E32CB-2F88-D570-D130-E1C19C84F8A0}"/>
              </a:ext>
            </a:extLst>
          </p:cNvPr>
          <p:cNvSpPr>
            <a:spLocks noGrp="1" noChangeArrowheads="1"/>
          </p:cNvSpPr>
          <p:nvPr>
            <p:ph type="sldNum" sz="quarter" idx="10"/>
          </p:nvPr>
        </p:nvSpPr>
        <p:spPr>
          <a:noFill/>
        </p:spPr>
        <p:txBody>
          <a:bodyPr/>
          <a:lstStyle/>
          <a:p>
            <a:fld id="{139C65D2-8C57-45DC-A2B8-B94E55D15CE5}" type="slidenum">
              <a:rPr lang="en-US" altLang="en-US"/>
              <a:pPr/>
              <a:t>18</a:t>
            </a:fld>
            <a:endParaRPr lang="en-US" altLang="en-US"/>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Google Shape;351;g1f685ef6d38_0_552">
            <a:extLst>
              <a:ext uri="{FF2B5EF4-FFF2-40B4-BE49-F238E27FC236}">
                <a16:creationId xmlns:a16="http://schemas.microsoft.com/office/drawing/2014/main" id="{C61FB866-C009-7196-FF2F-08F940E9C5B5}"/>
              </a:ext>
            </a:extLst>
          </p:cNvPr>
          <p:cNvSpPr txBox="1">
            <a:spLocks noGrp="1" noChangeArrowheads="1"/>
          </p:cNvSpPr>
          <p:nvPr>
            <p:ph type="title"/>
          </p:nvPr>
        </p:nvSpPr>
        <p:spPr/>
        <p:txBody>
          <a:bodyPr/>
          <a:lstStyle/>
          <a:p>
            <a:pPr eaLnBrk="1" hangingPunct="1"/>
            <a:endParaRPr lang="en-US" altLang="en-US">
              <a:latin typeface="Verdana" panose="020B0604030504040204" pitchFamily="34" charset="0"/>
              <a:ea typeface="Verdana" panose="020B0604030504040204" pitchFamily="34" charset="0"/>
              <a:cs typeface="Verdana" panose="020B0604030504040204" pitchFamily="34" charset="0"/>
            </a:endParaRPr>
          </a:p>
        </p:txBody>
      </p:sp>
      <p:sp>
        <p:nvSpPr>
          <p:cNvPr id="369" name="Google Shape;352;g1f685ef6d38_0_552">
            <a:extLst>
              <a:ext uri="{FF2B5EF4-FFF2-40B4-BE49-F238E27FC236}">
                <a16:creationId xmlns:a16="http://schemas.microsoft.com/office/drawing/2014/main" id="{25EFD34F-B647-F512-3549-645F09C5DEAC}"/>
              </a:ext>
            </a:extLst>
          </p:cNvPr>
          <p:cNvSpPr txBox="1">
            <a:spLocks noGrp="1"/>
          </p:cNvSpPr>
          <p:nvPr>
            <p:ph type="body" idx="1"/>
          </p:nvPr>
        </p:nvSpPr>
        <p:spPr/>
        <p:txBody>
          <a:bodyPr>
            <a:normAutofit/>
          </a:bodyPr>
          <a:lstStyle/>
          <a:p>
            <a:pPr marL="0" indent="0" eaLnBrk="1" fontAlgn="auto" hangingPunct="1">
              <a:spcAft>
                <a:spcPts val="0"/>
              </a:spcAft>
              <a:buSzTx/>
              <a:buFont typeface="Helvetica"/>
              <a:buNone/>
              <a:defRPr/>
            </a:pPr>
            <a:r>
              <a:rPr>
                <a:sym typeface="Verdana"/>
              </a:rPr>
              <a:t>Let’s have a look back at the designing phase of RDBMS approach (steps):</a:t>
            </a:r>
          </a:p>
          <a:p>
            <a:pPr eaLnBrk="1" fontAlgn="auto" hangingPunct="1">
              <a:spcAft>
                <a:spcPts val="0"/>
              </a:spcAft>
              <a:buFont typeface="Helvetica"/>
              <a:buChar char="□"/>
              <a:defRPr/>
            </a:pPr>
            <a:r>
              <a:rPr>
                <a:sym typeface="Verdana"/>
              </a:rPr>
              <a:t>Identify actors</a:t>
            </a:r>
          </a:p>
          <a:p>
            <a:pPr eaLnBrk="1" fontAlgn="auto" hangingPunct="1">
              <a:spcBef>
                <a:spcPts val="0"/>
              </a:spcBef>
              <a:spcAft>
                <a:spcPts val="0"/>
              </a:spcAft>
              <a:buFont typeface="Helvetica"/>
              <a:buChar char="□"/>
              <a:defRPr/>
            </a:pPr>
            <a:r>
              <a:rPr>
                <a:sym typeface="Verdana"/>
              </a:rPr>
              <a:t>Define models</a:t>
            </a:r>
          </a:p>
          <a:p>
            <a:pPr eaLnBrk="1" fontAlgn="auto" hangingPunct="1">
              <a:spcBef>
                <a:spcPts val="0"/>
              </a:spcBef>
              <a:spcAft>
                <a:spcPts val="0"/>
              </a:spcAft>
              <a:buFont typeface="Helvetica"/>
              <a:buChar char="□"/>
              <a:defRPr/>
            </a:pPr>
            <a:r>
              <a:rPr>
                <a:sym typeface="Verdana"/>
              </a:rPr>
              <a:t>Define entities</a:t>
            </a:r>
          </a:p>
          <a:p>
            <a:pPr eaLnBrk="1" fontAlgn="auto" hangingPunct="1">
              <a:spcBef>
                <a:spcPts val="0"/>
              </a:spcBef>
              <a:spcAft>
                <a:spcPts val="0"/>
              </a:spcAft>
              <a:buFont typeface="Helvetica"/>
              <a:buChar char="□"/>
              <a:defRPr/>
            </a:pPr>
            <a:r>
              <a:rPr>
                <a:sym typeface="Verdana"/>
              </a:rPr>
              <a:t>Define relationships</a:t>
            </a:r>
          </a:p>
          <a:p>
            <a:pPr eaLnBrk="1" fontAlgn="auto" hangingPunct="1">
              <a:spcBef>
                <a:spcPts val="0"/>
              </a:spcBef>
              <a:spcAft>
                <a:spcPts val="0"/>
              </a:spcAft>
              <a:buFont typeface="Helvetica"/>
              <a:buChar char="□"/>
              <a:defRPr/>
            </a:pPr>
            <a:r>
              <a:rPr>
                <a:sym typeface="Verdana"/>
              </a:rPr>
              <a:t>Program database and application</a:t>
            </a:r>
          </a:p>
          <a:p>
            <a:pPr eaLnBrk="1" fontAlgn="auto" hangingPunct="1">
              <a:spcBef>
                <a:spcPts val="0"/>
              </a:spcBef>
              <a:spcAft>
                <a:spcPts val="0"/>
              </a:spcAft>
              <a:buFont typeface="Helvetica"/>
              <a:buChar char="□"/>
              <a:defRPr/>
            </a:pPr>
            <a:r>
              <a:rPr>
                <a:sym typeface="Verdana"/>
              </a:rPr>
              <a:t>Iterate</a:t>
            </a:r>
          </a:p>
        </p:txBody>
      </p:sp>
      <p:sp>
        <p:nvSpPr>
          <p:cNvPr id="35844" name="Google Shape;353;g1f685ef6d38_0_552">
            <a:extLst>
              <a:ext uri="{FF2B5EF4-FFF2-40B4-BE49-F238E27FC236}">
                <a16:creationId xmlns:a16="http://schemas.microsoft.com/office/drawing/2014/main" id="{294A459A-4D51-25F1-38DF-5C9E3F486E6A}"/>
              </a:ext>
            </a:extLst>
          </p:cNvPr>
          <p:cNvSpPr>
            <a:spLocks noGrp="1" noChangeArrowheads="1"/>
          </p:cNvSpPr>
          <p:nvPr>
            <p:ph type="sldNum" sz="quarter" idx="10"/>
          </p:nvPr>
        </p:nvSpPr>
        <p:spPr>
          <a:noFill/>
        </p:spPr>
        <p:txBody>
          <a:bodyPr/>
          <a:lstStyle/>
          <a:p>
            <a:fld id="{62AF05A9-D312-4F93-92F9-912383D5E8E9}" type="slidenum">
              <a:rPr lang="en-US" altLang="en-US"/>
              <a:pPr/>
              <a:t>19</a:t>
            </a:fld>
            <a:endParaRPr lang="en-US" altLang="en-US"/>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Google Shape;359;g1f685ef6d38_0_565">
            <a:extLst>
              <a:ext uri="{FF2B5EF4-FFF2-40B4-BE49-F238E27FC236}">
                <a16:creationId xmlns:a16="http://schemas.microsoft.com/office/drawing/2014/main" id="{950FA2CA-774A-4174-C575-17CE831CE77F}"/>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Example</a:t>
            </a:r>
          </a:p>
        </p:txBody>
      </p:sp>
      <p:sp>
        <p:nvSpPr>
          <p:cNvPr id="36867" name="Google Shape;360;g1f685ef6d38_0_565">
            <a:extLst>
              <a:ext uri="{FF2B5EF4-FFF2-40B4-BE49-F238E27FC236}">
                <a16:creationId xmlns:a16="http://schemas.microsoft.com/office/drawing/2014/main" id="{78259D72-2DA6-2917-D069-2633A0A977CE}"/>
              </a:ext>
            </a:extLst>
          </p:cNvPr>
          <p:cNvSpPr>
            <a:spLocks noGrp="1" noChangeArrowheads="1"/>
          </p:cNvSpPr>
          <p:nvPr>
            <p:ph type="sldNum" sz="quarter" idx="10"/>
          </p:nvPr>
        </p:nvSpPr>
        <p:spPr>
          <a:noFill/>
        </p:spPr>
        <p:txBody>
          <a:bodyPr/>
          <a:lstStyle/>
          <a:p>
            <a:fld id="{577B51FC-2BAE-41C0-9E4B-EBBEED940FAE}" type="slidenum">
              <a:rPr lang="en-US" altLang="en-US"/>
              <a:pPr/>
              <a:t>20</a:t>
            </a:fld>
            <a:endParaRPr lang="en-US" altLang="en-US"/>
          </a:p>
        </p:txBody>
      </p:sp>
      <p:pic>
        <p:nvPicPr>
          <p:cNvPr id="36868" name="Google Shape;361;g1f685ef6d38_0_565" descr="Google Shape;361;g1f685ef6d38_0_565">
            <a:extLst>
              <a:ext uri="{FF2B5EF4-FFF2-40B4-BE49-F238E27FC236}">
                <a16:creationId xmlns:a16="http://schemas.microsoft.com/office/drawing/2014/main" id="{A20AAC94-E1F2-5340-F0DC-00910A6596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1268413"/>
            <a:ext cx="6429375"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Google Shape;367;g1f685ef6d38_0_573">
            <a:extLst>
              <a:ext uri="{FF2B5EF4-FFF2-40B4-BE49-F238E27FC236}">
                <a16:creationId xmlns:a16="http://schemas.microsoft.com/office/drawing/2014/main" id="{B81EDD08-083C-56B1-9538-90A0122D4950}"/>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Example(Cont.)</a:t>
            </a:r>
          </a:p>
        </p:txBody>
      </p:sp>
      <p:sp>
        <p:nvSpPr>
          <p:cNvPr id="37891" name="Google Shape;368;g1f685ef6d38_0_573">
            <a:extLst>
              <a:ext uri="{FF2B5EF4-FFF2-40B4-BE49-F238E27FC236}">
                <a16:creationId xmlns:a16="http://schemas.microsoft.com/office/drawing/2014/main" id="{663DEAAF-68AE-D2F4-E2BB-A703254D0330}"/>
              </a:ext>
            </a:extLst>
          </p:cNvPr>
          <p:cNvSpPr txBox="1">
            <a:spLocks noGrp="1" noChangeArrowheads="1"/>
          </p:cNvSpPr>
          <p:nvPr>
            <p:ph type="body" idx="1"/>
          </p:nvPr>
        </p:nvSpPr>
        <p:spPr>
          <a:xfrm>
            <a:off x="566738" y="1219200"/>
            <a:ext cx="8448675" cy="5029200"/>
          </a:xfrm>
        </p:spPr>
        <p:txBody>
          <a:bodyPr/>
          <a:lstStyle/>
          <a:p>
            <a:pPr indent="-361950" algn="just" eaLnBrk="1" hangingPunct="1">
              <a:buSzPts val="2100"/>
            </a:pPr>
            <a:r>
              <a:rPr lang="en-US" altLang="en-US" sz="2100">
                <a:latin typeface="Verdana" panose="020B0604030504040204" pitchFamily="34" charset="0"/>
                <a:ea typeface="Verdana" panose="020B0604030504040204" pitchFamily="34" charset="0"/>
                <a:cs typeface="Verdana" panose="020B0604030504040204" pitchFamily="34" charset="0"/>
              </a:rPr>
              <a:t>Few of the </a:t>
            </a:r>
            <a:r>
              <a:rPr lang="en-US" altLang="en-US" sz="2100" b="1">
                <a:solidFill>
                  <a:schemeClr val="accent2"/>
                </a:solidFill>
                <a:latin typeface="Verdana" panose="020B0604030504040204" pitchFamily="34" charset="0"/>
                <a:ea typeface="Verdana" panose="020B0604030504040204" pitchFamily="34" charset="0"/>
                <a:cs typeface="Verdana" panose="020B0604030504040204" pitchFamily="34" charset="0"/>
              </a:rPr>
              <a:t>actors</a:t>
            </a:r>
            <a:r>
              <a:rPr lang="en-US" altLang="en-US" sz="2100">
                <a:latin typeface="Verdana" panose="020B0604030504040204" pitchFamily="34" charset="0"/>
                <a:ea typeface="Verdana" panose="020B0604030504040204" pitchFamily="34" charset="0"/>
                <a:cs typeface="Verdana" panose="020B0604030504040204" pitchFamily="34" charset="0"/>
              </a:rPr>
              <a:t> identified include buyer, employee, purchaser, administrator, office address, shipping address, supplier address, item in inventory, and supplier. </a:t>
            </a:r>
          </a:p>
          <a:p>
            <a:pPr indent="-361950" algn="just" eaLnBrk="1" hangingPunct="1">
              <a:spcBef>
                <a:spcPct val="0"/>
              </a:spcBef>
              <a:buSzPts val="2100"/>
            </a:pPr>
            <a:r>
              <a:rPr lang="en-US" altLang="en-US" sz="2100">
                <a:latin typeface="Verdana" panose="020B0604030504040204" pitchFamily="34" charset="0"/>
                <a:ea typeface="Verdana" panose="020B0604030504040204" pitchFamily="34" charset="0"/>
                <a:cs typeface="Verdana" panose="020B0604030504040204" pitchFamily="34" charset="0"/>
              </a:rPr>
              <a:t>They may be mapped to a </a:t>
            </a:r>
            <a:r>
              <a:rPr lang="en-US" altLang="en-US" sz="2100" b="1">
                <a:solidFill>
                  <a:schemeClr val="accent2"/>
                </a:solidFill>
                <a:latin typeface="Verdana" panose="020B0604030504040204" pitchFamily="34" charset="0"/>
                <a:ea typeface="Verdana" panose="020B0604030504040204" pitchFamily="34" charset="0"/>
                <a:cs typeface="Verdana" panose="020B0604030504040204" pitchFamily="34" charset="0"/>
              </a:rPr>
              <a:t>model </a:t>
            </a:r>
            <a:r>
              <a:rPr lang="en-US" altLang="en-US" sz="2100">
                <a:latin typeface="Verdana" panose="020B0604030504040204" pitchFamily="34" charset="0"/>
                <a:ea typeface="Verdana" panose="020B0604030504040204" pitchFamily="34" charset="0"/>
                <a:cs typeface="Verdana" panose="020B0604030504040204" pitchFamily="34" charset="0"/>
              </a:rPr>
              <a:t>UserProfile and there may be subclasses as required—</a:t>
            </a:r>
            <a:r>
              <a:rPr lang="en-US" altLang="en-US" sz="2100" b="1">
                <a:latin typeface="Verdana" panose="020B0604030504040204" pitchFamily="34" charset="0"/>
                <a:ea typeface="Verdana" panose="020B0604030504040204" pitchFamily="34" charset="0"/>
                <a:cs typeface="Verdana" panose="020B0604030504040204" pitchFamily="34" charset="0"/>
              </a:rPr>
              <a:t>Administrator and PointOfSalesUser.</a:t>
            </a:r>
            <a:r>
              <a:rPr lang="en-US" altLang="en-US" sz="2100">
                <a:latin typeface="Verdana" panose="020B0604030504040204" pitchFamily="34" charset="0"/>
                <a:ea typeface="Verdana" panose="020B0604030504040204" pitchFamily="34" charset="0"/>
                <a:cs typeface="Verdana" panose="020B0604030504040204" pitchFamily="34" charset="0"/>
              </a:rPr>
              <a:t> Some of the other models include Department, Role, Product, Supplier, Address, PurchaseOrder, and Invoice. </a:t>
            </a:r>
          </a:p>
          <a:p>
            <a:pPr indent="-361950" algn="just" eaLnBrk="1" hangingPunct="1">
              <a:spcBef>
                <a:spcPct val="0"/>
              </a:spcBef>
              <a:buSzPts val="2100"/>
            </a:pPr>
            <a:r>
              <a:rPr lang="en-US" altLang="en-US" sz="2100">
                <a:latin typeface="Verdana" panose="020B0604030504040204" pitchFamily="34" charset="0"/>
                <a:ea typeface="Verdana" panose="020B0604030504040204" pitchFamily="34" charset="0"/>
                <a:cs typeface="Verdana" panose="020B0604030504040204" pitchFamily="34" charset="0"/>
              </a:rPr>
              <a:t>Simplistically, a database table may map each actor to a model. </a:t>
            </a:r>
          </a:p>
          <a:p>
            <a:pPr indent="-361950" algn="just" eaLnBrk="1" hangingPunct="1">
              <a:spcBef>
                <a:spcPct val="0"/>
              </a:spcBef>
              <a:buSzPts val="2100"/>
            </a:pPr>
            <a:r>
              <a:rPr lang="en-US" altLang="en-US" sz="2100" b="1">
                <a:solidFill>
                  <a:schemeClr val="accent2"/>
                </a:solidFill>
                <a:latin typeface="Verdana" panose="020B0604030504040204" pitchFamily="34" charset="0"/>
                <a:ea typeface="Verdana" panose="020B0604030504040204" pitchFamily="34" charset="0"/>
                <a:cs typeface="Verdana" panose="020B0604030504040204" pitchFamily="34" charset="0"/>
              </a:rPr>
              <a:t>Foreign keys will be used to define the object relationships—one-to-many between Department and UserProfile, many-to-many</a:t>
            </a:r>
            <a:r>
              <a:rPr lang="en-US" altLang="en-US" sz="2100">
                <a:latin typeface="Verdana" panose="020B0604030504040204" pitchFamily="34" charset="0"/>
                <a:ea typeface="Verdana" panose="020B0604030504040204" pitchFamily="34" charset="0"/>
                <a:cs typeface="Verdana" panose="020B0604030504040204" pitchFamily="34" charset="0"/>
              </a:rPr>
              <a:t> between Role and UserProfile, and PurchaseOrder and Product.</a:t>
            </a:r>
          </a:p>
        </p:txBody>
      </p:sp>
      <p:sp>
        <p:nvSpPr>
          <p:cNvPr id="37892" name="Google Shape;369;g1f685ef6d38_0_573">
            <a:extLst>
              <a:ext uri="{FF2B5EF4-FFF2-40B4-BE49-F238E27FC236}">
                <a16:creationId xmlns:a16="http://schemas.microsoft.com/office/drawing/2014/main" id="{AB528F88-3A02-4526-E10B-4CAA5AC44D8E}"/>
              </a:ext>
            </a:extLst>
          </p:cNvPr>
          <p:cNvSpPr>
            <a:spLocks noGrp="1" noChangeArrowheads="1"/>
          </p:cNvSpPr>
          <p:nvPr>
            <p:ph type="sldNum" sz="quarter" idx="10"/>
          </p:nvPr>
        </p:nvSpPr>
        <p:spPr>
          <a:noFill/>
        </p:spPr>
        <p:txBody>
          <a:bodyPr/>
          <a:lstStyle/>
          <a:p>
            <a:fld id="{EB1FAF26-C563-4FF6-AAD7-30D7BF19B08D}" type="slidenum">
              <a:rPr lang="en-US" altLang="en-US"/>
              <a:pPr/>
              <a:t>21</a:t>
            </a:fld>
            <a:endParaRPr lang="en-US" altLang="en-US"/>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Google Shape;375;g1f685ef6d38_0_581">
            <a:extLst>
              <a:ext uri="{FF2B5EF4-FFF2-40B4-BE49-F238E27FC236}">
                <a16:creationId xmlns:a16="http://schemas.microsoft.com/office/drawing/2014/main" id="{FE0F24E1-D70D-1625-7E9F-328B309EE43D}"/>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Challenges with RBMS approach </a:t>
            </a:r>
          </a:p>
        </p:txBody>
      </p:sp>
      <p:sp>
        <p:nvSpPr>
          <p:cNvPr id="38915" name="Google Shape;376;g1f685ef6d38_0_581">
            <a:extLst>
              <a:ext uri="{FF2B5EF4-FFF2-40B4-BE49-F238E27FC236}">
                <a16:creationId xmlns:a16="http://schemas.microsoft.com/office/drawing/2014/main" id="{940AEEDD-CB67-D386-C580-F16BFF7A5DA2}"/>
              </a:ext>
            </a:extLst>
          </p:cNvPr>
          <p:cNvSpPr txBox="1">
            <a:spLocks noGrp="1" noChangeArrowheads="1"/>
          </p:cNvSpPr>
          <p:nvPr>
            <p:ph type="body" idx="1"/>
          </p:nvPr>
        </p:nvSpPr>
        <p:spPr/>
        <p:txBody>
          <a:bodyPr/>
          <a:lstStyle/>
          <a:p>
            <a:pPr indent="-349250" algn="just" eaLnBrk="1" hangingPunct="1">
              <a:buSzPts val="1900"/>
            </a:pPr>
            <a:r>
              <a:rPr lang="en-US" altLang="en-US" sz="1900" b="1">
                <a:latin typeface="Verdana" panose="020B0604030504040204" pitchFamily="34" charset="0"/>
                <a:ea typeface="Verdana" panose="020B0604030504040204" pitchFamily="34" charset="0"/>
                <a:cs typeface="Verdana" panose="020B0604030504040204" pitchFamily="34" charset="0"/>
              </a:rPr>
              <a:t>Difficult to maintain database—schema,</a:t>
            </a:r>
            <a:r>
              <a:rPr lang="en-US" altLang="en-US" sz="1900">
                <a:latin typeface="Verdana" panose="020B0604030504040204" pitchFamily="34" charset="0"/>
                <a:ea typeface="Verdana" panose="020B0604030504040204" pitchFamily="34" charset="0"/>
                <a:cs typeface="Verdana" panose="020B0604030504040204" pitchFamily="34" charset="0"/>
              </a:rPr>
              <a:t> programmability, business continuity process a.k.a. availability, and other aspects</a:t>
            </a:r>
          </a:p>
          <a:p>
            <a:pPr indent="-349250" algn="just" eaLnBrk="1" hangingPunct="1">
              <a:spcBef>
                <a:spcPct val="0"/>
              </a:spcBef>
              <a:buSzPts val="1900"/>
            </a:pPr>
            <a:r>
              <a:rPr lang="en-US" altLang="en-US" sz="1900">
                <a:latin typeface="Verdana" panose="020B0604030504040204" pitchFamily="34" charset="0"/>
                <a:ea typeface="Verdana" panose="020B0604030504040204" pitchFamily="34" charset="0"/>
                <a:cs typeface="Verdana" panose="020B0604030504040204" pitchFamily="34" charset="0"/>
              </a:rPr>
              <a:t>How to  </a:t>
            </a:r>
            <a:r>
              <a:rPr lang="en-US" altLang="en-US" sz="1900" b="1">
                <a:latin typeface="Verdana" panose="020B0604030504040204" pitchFamily="34" charset="0"/>
                <a:ea typeface="Verdana" panose="020B0604030504040204" pitchFamily="34" charset="0"/>
                <a:cs typeface="Verdana" panose="020B0604030504040204" pitchFamily="34" charset="0"/>
              </a:rPr>
              <a:t>expand </a:t>
            </a:r>
            <a:r>
              <a:rPr lang="en-US" altLang="en-US" sz="1900">
                <a:latin typeface="Verdana" panose="020B0604030504040204" pitchFamily="34" charset="0"/>
                <a:ea typeface="Verdana" panose="020B0604030504040204" pitchFamily="34" charset="0"/>
                <a:cs typeface="Verdana" panose="020B0604030504040204" pitchFamily="34" charset="0"/>
              </a:rPr>
              <a:t>their web presence and enable online orders??</a:t>
            </a:r>
          </a:p>
          <a:p>
            <a:pPr indent="-349250" algn="just" eaLnBrk="1" hangingPunct="1">
              <a:spcBef>
                <a:spcPct val="0"/>
              </a:spcBef>
              <a:buSzPts val="1900"/>
            </a:pPr>
            <a:r>
              <a:rPr lang="en-US" altLang="en-US" sz="1900">
                <a:latin typeface="Verdana" panose="020B0604030504040204" pitchFamily="34" charset="0"/>
                <a:ea typeface="Verdana" panose="020B0604030504040204" pitchFamily="34" charset="0"/>
                <a:cs typeface="Verdana" panose="020B0604030504040204" pitchFamily="34" charset="0"/>
              </a:rPr>
              <a:t>The company acquires another company and now needs </a:t>
            </a:r>
            <a:r>
              <a:rPr lang="en-US" altLang="en-US" sz="1900" b="1">
                <a:latin typeface="Verdana" panose="020B0604030504040204" pitchFamily="34" charset="0"/>
                <a:ea typeface="Verdana" panose="020B0604030504040204" pitchFamily="34" charset="0"/>
                <a:cs typeface="Verdana" panose="020B0604030504040204" pitchFamily="34" charset="0"/>
              </a:rPr>
              <a:t>to integrate the two database systems.</a:t>
            </a:r>
          </a:p>
          <a:p>
            <a:pPr indent="-349250" algn="just" eaLnBrk="1" hangingPunct="1">
              <a:spcBef>
                <a:spcPct val="0"/>
              </a:spcBef>
              <a:buSzPts val="1900"/>
            </a:pPr>
            <a:r>
              <a:rPr lang="en-US" altLang="en-US" sz="1900">
                <a:latin typeface="Verdana" panose="020B0604030504040204" pitchFamily="34" charset="0"/>
                <a:ea typeface="Verdana" panose="020B0604030504040204" pitchFamily="34" charset="0"/>
                <a:cs typeface="Verdana" panose="020B0604030504040204" pitchFamily="34" charset="0"/>
              </a:rPr>
              <a:t>The company grows big and has to handle </a:t>
            </a:r>
            <a:r>
              <a:rPr lang="en-US" altLang="en-US" sz="1900" b="1">
                <a:latin typeface="Verdana" panose="020B0604030504040204" pitchFamily="34" charset="0"/>
                <a:ea typeface="Verdana" panose="020B0604030504040204" pitchFamily="34" charset="0"/>
                <a:cs typeface="Verdana" panose="020B0604030504040204" pitchFamily="34" charset="0"/>
              </a:rPr>
              <a:t>hundreds of millions of queries a day across </a:t>
            </a:r>
            <a:r>
              <a:rPr lang="en-US" altLang="en-US" sz="1900">
                <a:latin typeface="Verdana" panose="020B0604030504040204" pitchFamily="34" charset="0"/>
                <a:ea typeface="Verdana" panose="020B0604030504040204" pitchFamily="34" charset="0"/>
                <a:cs typeface="Verdana" panose="020B0604030504040204" pitchFamily="34" charset="0"/>
              </a:rPr>
              <a:t>the country</a:t>
            </a:r>
          </a:p>
          <a:p>
            <a:pPr indent="-349250" algn="just" eaLnBrk="1" hangingPunct="1">
              <a:spcBef>
                <a:spcPct val="0"/>
              </a:spcBef>
              <a:buSzPts val="1900"/>
            </a:pPr>
            <a:r>
              <a:rPr lang="en-US" altLang="en-US" sz="1900">
                <a:latin typeface="Verdana" panose="020B0604030504040204" pitchFamily="34" charset="0"/>
                <a:ea typeface="Verdana" panose="020B0604030504040204" pitchFamily="34" charset="0"/>
                <a:cs typeface="Verdana" panose="020B0604030504040204" pitchFamily="34" charset="0"/>
              </a:rPr>
              <a:t>The company plans to provide API integration for aggregators to retrieve and process their data</a:t>
            </a:r>
          </a:p>
        </p:txBody>
      </p:sp>
      <p:sp>
        <p:nvSpPr>
          <p:cNvPr id="38916" name="Google Shape;377;g1f685ef6d38_0_581">
            <a:extLst>
              <a:ext uri="{FF2B5EF4-FFF2-40B4-BE49-F238E27FC236}">
                <a16:creationId xmlns:a16="http://schemas.microsoft.com/office/drawing/2014/main" id="{45C98A9A-5CBB-6C1D-933A-1D88FABE56EE}"/>
              </a:ext>
            </a:extLst>
          </p:cNvPr>
          <p:cNvSpPr>
            <a:spLocks noGrp="1" noChangeArrowheads="1"/>
          </p:cNvSpPr>
          <p:nvPr>
            <p:ph type="sldNum" sz="quarter" idx="10"/>
          </p:nvPr>
        </p:nvSpPr>
        <p:spPr>
          <a:noFill/>
        </p:spPr>
        <p:txBody>
          <a:bodyPr/>
          <a:lstStyle/>
          <a:p>
            <a:fld id="{9EBF0B02-75F2-40C6-BE94-1E355954DC86}" type="slidenum">
              <a:rPr lang="en-US" altLang="en-US"/>
              <a:pPr/>
              <a:t>22</a:t>
            </a:fld>
            <a:endParaRPr lang="en-US" altLang="en-US"/>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Google Shape;383;g1f685ef6d38_0_593">
            <a:extLst>
              <a:ext uri="{FF2B5EF4-FFF2-40B4-BE49-F238E27FC236}">
                <a16:creationId xmlns:a16="http://schemas.microsoft.com/office/drawing/2014/main" id="{88DD7EB8-6F8A-09DF-5196-35F95D7BE917}"/>
              </a:ext>
            </a:extLst>
          </p:cNvPr>
          <p:cNvSpPr txBox="1">
            <a:spLocks noGrp="1" noChangeArrowheads="1"/>
          </p:cNvSpPr>
          <p:nvPr>
            <p:ph type="title"/>
          </p:nvPr>
        </p:nvSpPr>
        <p:spPr/>
        <p:txBody>
          <a:bodyPr/>
          <a:lstStyle/>
          <a:p>
            <a:pPr algn="just" eaLnBrk="1" hangingPunct="1">
              <a:spcBef>
                <a:spcPts val="300"/>
              </a:spcBef>
            </a:pPr>
            <a:br>
              <a:rPr lang="en-US" altLang="en-US" sz="1900">
                <a:latin typeface="Verdana" panose="020B0604030504040204" pitchFamily="34" charset="0"/>
                <a:ea typeface="Verdana" panose="020B0604030504040204" pitchFamily="34" charset="0"/>
                <a:cs typeface="Verdana" panose="020B0604030504040204" pitchFamily="34" charset="0"/>
              </a:rPr>
            </a:br>
            <a:r>
              <a:rPr lang="en-US" altLang="en-US" sz="2200" b="1">
                <a:latin typeface="Verdana" panose="020B0604030504040204" pitchFamily="34" charset="0"/>
                <a:ea typeface="Verdana" panose="020B0604030504040204" pitchFamily="34" charset="0"/>
                <a:cs typeface="Verdana" panose="020B0604030504040204" pitchFamily="34" charset="0"/>
              </a:rPr>
              <a:t>Demands to satisfy </a:t>
            </a:r>
            <a:r>
              <a:rPr lang="en-US" altLang="en-US" sz="2200" b="1">
                <a:solidFill>
                  <a:schemeClr val="accent2"/>
                </a:solidFill>
                <a:latin typeface="Verdana" panose="020B0604030504040204" pitchFamily="34" charset="0"/>
                <a:ea typeface="Verdana" panose="020B0604030504040204" pitchFamily="34" charset="0"/>
                <a:cs typeface="Verdana" panose="020B0604030504040204" pitchFamily="34" charset="0"/>
              </a:rPr>
              <a:t>Functional Requirements!!!</a:t>
            </a:r>
          </a:p>
        </p:txBody>
      </p:sp>
      <p:sp>
        <p:nvSpPr>
          <p:cNvPr id="385" name="Google Shape;384;g1f685ef6d38_0_593">
            <a:extLst>
              <a:ext uri="{FF2B5EF4-FFF2-40B4-BE49-F238E27FC236}">
                <a16:creationId xmlns:a16="http://schemas.microsoft.com/office/drawing/2014/main" id="{4AB65F05-86D0-9E68-D2D7-855365E4B9F5}"/>
              </a:ext>
            </a:extLst>
          </p:cNvPr>
          <p:cNvSpPr txBox="1">
            <a:spLocks noGrp="1"/>
          </p:cNvSpPr>
          <p:nvPr>
            <p:ph type="body" idx="1"/>
          </p:nvPr>
        </p:nvSpPr>
        <p:spPr>
          <a:xfrm>
            <a:off x="114300" y="1219200"/>
            <a:ext cx="9029700" cy="5029200"/>
          </a:xfrm>
        </p:spPr>
        <p:txBody>
          <a:bodyPr>
            <a:normAutofit/>
          </a:bodyPr>
          <a:lstStyle/>
          <a:p>
            <a:pPr indent="-292100" eaLnBrk="1" fontAlgn="auto" hangingPunct="1">
              <a:spcAft>
                <a:spcPts val="0"/>
              </a:spcAft>
              <a:buSzPts val="2200"/>
              <a:buFont typeface="Helvetica"/>
              <a:buChar char="□"/>
              <a:defRPr sz="2200" b="1"/>
            </a:pPr>
            <a:r>
              <a:rPr sz="2200" b="1">
                <a:sym typeface="Verdana"/>
              </a:rPr>
              <a:t>Schema flexibility:</a:t>
            </a:r>
            <a:r>
              <a:rPr sz="2200">
                <a:sym typeface="Verdana"/>
              </a:rPr>
              <a:t>This will be needed during future enhancements and integration with external applications</a:t>
            </a:r>
          </a:p>
          <a:p>
            <a:pPr indent="-368300" eaLnBrk="1" fontAlgn="auto" hangingPunct="1">
              <a:spcBef>
                <a:spcPts val="0"/>
              </a:spcBef>
              <a:spcAft>
                <a:spcPts val="0"/>
              </a:spcAft>
              <a:buSzPts val="2200"/>
              <a:buFont typeface="Helvetica"/>
              <a:buChar char="□"/>
              <a:defRPr sz="2200" b="1"/>
            </a:pPr>
            <a:r>
              <a:rPr sz="2200" b="1">
                <a:sym typeface="Verdana"/>
              </a:rPr>
              <a:t>Complex queries :</a:t>
            </a:r>
            <a:r>
              <a:rPr sz="2200">
                <a:sym typeface="Verdana"/>
              </a:rPr>
              <a:t> so-called JOIN queries which are not only difficult to implement and maintain but also take substantial database resources to execute</a:t>
            </a:r>
          </a:p>
          <a:p>
            <a:pPr indent="-368300" eaLnBrk="1" fontAlgn="auto" hangingPunct="1">
              <a:spcBef>
                <a:spcPts val="0"/>
              </a:spcBef>
              <a:spcAft>
                <a:spcPts val="0"/>
              </a:spcAft>
              <a:buSzPts val="2200"/>
              <a:buFont typeface="Helvetica"/>
              <a:buChar char="□"/>
              <a:defRPr sz="2200" b="1"/>
            </a:pPr>
            <a:r>
              <a:rPr sz="2200" b="1">
                <a:sym typeface="Verdana"/>
              </a:rPr>
              <a:t>Data update:</a:t>
            </a:r>
            <a:r>
              <a:rPr sz="2200">
                <a:sym typeface="Verdana"/>
              </a:rPr>
              <a:t> Updating data across tables is probably one of the more complex scenarios especially if they are to be a part of the transaction.</a:t>
            </a:r>
          </a:p>
          <a:p>
            <a:pPr indent="-368300" eaLnBrk="1" fontAlgn="auto" hangingPunct="1">
              <a:spcBef>
                <a:spcPts val="0"/>
              </a:spcBef>
              <a:spcAft>
                <a:spcPts val="0"/>
              </a:spcAft>
              <a:buSzPts val="2200"/>
              <a:buFont typeface="Helvetica"/>
              <a:buChar char="□"/>
              <a:defRPr sz="2200" b="1"/>
            </a:pPr>
            <a:r>
              <a:rPr sz="2200" b="1">
                <a:sym typeface="Verdana"/>
              </a:rPr>
              <a:t>Scalability</a:t>
            </a:r>
          </a:p>
        </p:txBody>
      </p:sp>
      <p:sp>
        <p:nvSpPr>
          <p:cNvPr id="39940" name="Google Shape;385;g1f685ef6d38_0_593">
            <a:extLst>
              <a:ext uri="{FF2B5EF4-FFF2-40B4-BE49-F238E27FC236}">
                <a16:creationId xmlns:a16="http://schemas.microsoft.com/office/drawing/2014/main" id="{EE0B2614-D458-9E66-BD24-7F2F811EF3C8}"/>
              </a:ext>
            </a:extLst>
          </p:cNvPr>
          <p:cNvSpPr>
            <a:spLocks noGrp="1" noChangeArrowheads="1"/>
          </p:cNvSpPr>
          <p:nvPr>
            <p:ph type="sldNum" sz="quarter" idx="10"/>
          </p:nvPr>
        </p:nvSpPr>
        <p:spPr>
          <a:noFill/>
        </p:spPr>
        <p:txBody>
          <a:bodyPr/>
          <a:lstStyle/>
          <a:p>
            <a:fld id="{99B8B911-BF89-4793-BAA0-A7FAF04D38A8}" type="slidenum">
              <a:rPr lang="en-US" altLang="en-US"/>
              <a:pPr/>
              <a:t>23</a:t>
            </a:fld>
            <a:endParaRPr lang="en-US" altLang="en-US"/>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Google Shape;391;g1f685ef6d38_0_606">
            <a:extLst>
              <a:ext uri="{FF2B5EF4-FFF2-40B4-BE49-F238E27FC236}">
                <a16:creationId xmlns:a16="http://schemas.microsoft.com/office/drawing/2014/main" id="{A78C16C8-C9AA-0C02-1374-09ED1B17D4A9}"/>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NoSQL approach </a:t>
            </a:r>
          </a:p>
        </p:txBody>
      </p:sp>
      <p:sp>
        <p:nvSpPr>
          <p:cNvPr id="389" name="Google Shape;392;g1f685ef6d38_0_606">
            <a:extLst>
              <a:ext uri="{FF2B5EF4-FFF2-40B4-BE49-F238E27FC236}">
                <a16:creationId xmlns:a16="http://schemas.microsoft.com/office/drawing/2014/main" id="{12A6BDCB-4C64-D194-EA87-DA4121E2003E}"/>
              </a:ext>
            </a:extLst>
          </p:cNvPr>
          <p:cNvSpPr txBox="1">
            <a:spLocks noGrp="1"/>
          </p:cNvSpPr>
          <p:nvPr>
            <p:ph type="body" idx="1"/>
          </p:nvPr>
        </p:nvSpPr>
        <p:spPr/>
        <p:txBody>
          <a:bodyPr>
            <a:normAutofit/>
          </a:bodyPr>
          <a:lstStyle/>
          <a:p>
            <a:pPr marL="0" indent="88900" algn="just" eaLnBrk="1" fontAlgn="auto" hangingPunct="1">
              <a:spcAft>
                <a:spcPts val="0"/>
              </a:spcAft>
              <a:buSzTx/>
              <a:buFont typeface="Helvetica"/>
              <a:buNone/>
              <a:defRPr/>
            </a:pPr>
            <a:r>
              <a:rPr>
                <a:sym typeface="Verdana"/>
              </a:rPr>
              <a:t>Following are the approaches followed by NoSQL to find the solutions to the challenges faced by database systems</a:t>
            </a:r>
          </a:p>
          <a:p>
            <a:pPr marL="603250" indent="-514350" algn="just" eaLnBrk="1" fontAlgn="auto" hangingPunct="1">
              <a:spcAft>
                <a:spcPts val="0"/>
              </a:spcAft>
              <a:buSzPts val="3200"/>
              <a:buFontTx/>
              <a:buAutoNum type="arabicPeriod"/>
              <a:defRPr sz="3200" b="1"/>
            </a:pPr>
            <a:r>
              <a:rPr sz="3200" b="1">
                <a:sym typeface="Verdana"/>
              </a:rPr>
              <a:t>Schema flexibility</a:t>
            </a:r>
          </a:p>
          <a:p>
            <a:pPr marL="603250" indent="-514350" algn="just" eaLnBrk="1" fontAlgn="auto" hangingPunct="1">
              <a:spcAft>
                <a:spcPts val="0"/>
              </a:spcAft>
              <a:buSzPts val="3200"/>
              <a:buFontTx/>
              <a:buAutoNum type="arabicPeriod"/>
              <a:defRPr sz="3200" b="1"/>
            </a:pPr>
            <a:r>
              <a:rPr sz="3200" b="1">
                <a:sym typeface="Verdana"/>
              </a:rPr>
              <a:t>No Complex queries</a:t>
            </a:r>
          </a:p>
          <a:p>
            <a:pPr marL="603250" indent="-514350" algn="just" eaLnBrk="1" fontAlgn="auto" hangingPunct="1">
              <a:spcAft>
                <a:spcPts val="0"/>
              </a:spcAft>
              <a:buSzPts val="3200"/>
              <a:buFontTx/>
              <a:buAutoNum type="arabicPeriod"/>
              <a:defRPr sz="3200" b="1"/>
            </a:pPr>
            <a:r>
              <a:rPr sz="3200" b="1">
                <a:sym typeface="Verdana"/>
              </a:rPr>
              <a:t>Data update</a:t>
            </a:r>
          </a:p>
          <a:p>
            <a:pPr marL="603250" indent="-514350" algn="just" eaLnBrk="1" fontAlgn="auto" hangingPunct="1">
              <a:spcAft>
                <a:spcPts val="0"/>
              </a:spcAft>
              <a:buSzPts val="3200"/>
              <a:buFontTx/>
              <a:buAutoNum type="arabicPeriod"/>
              <a:defRPr sz="3200" b="1"/>
            </a:pPr>
            <a:r>
              <a:rPr sz="3200" b="1">
                <a:sym typeface="Verdana"/>
              </a:rPr>
              <a:t>Scalability</a:t>
            </a:r>
          </a:p>
        </p:txBody>
      </p:sp>
      <p:sp>
        <p:nvSpPr>
          <p:cNvPr id="40964" name="Google Shape;393;g1f685ef6d38_0_606">
            <a:extLst>
              <a:ext uri="{FF2B5EF4-FFF2-40B4-BE49-F238E27FC236}">
                <a16:creationId xmlns:a16="http://schemas.microsoft.com/office/drawing/2014/main" id="{3408B542-7132-C5AF-7996-E36C7A7A1287}"/>
              </a:ext>
            </a:extLst>
          </p:cNvPr>
          <p:cNvSpPr>
            <a:spLocks noGrp="1" noChangeArrowheads="1"/>
          </p:cNvSpPr>
          <p:nvPr>
            <p:ph type="sldNum" sz="quarter" idx="10"/>
          </p:nvPr>
        </p:nvSpPr>
        <p:spPr>
          <a:noFill/>
        </p:spPr>
        <p:txBody>
          <a:bodyPr/>
          <a:lstStyle/>
          <a:p>
            <a:fld id="{2A682389-B3E4-4C0D-BB34-84762AE078BC}" type="slidenum">
              <a:rPr lang="en-US" altLang="en-US"/>
              <a:pPr/>
              <a:t>24</a:t>
            </a:fld>
            <a:endParaRPr lang="en-US" altLang="en-US"/>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Google Shape;391;g1f685ef6d38_0_606">
            <a:extLst>
              <a:ext uri="{FF2B5EF4-FFF2-40B4-BE49-F238E27FC236}">
                <a16:creationId xmlns:a16="http://schemas.microsoft.com/office/drawing/2014/main" id="{CAE43538-978A-B1CA-5DB2-571473799828}"/>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NoSQL approach(1) </a:t>
            </a:r>
          </a:p>
        </p:txBody>
      </p:sp>
      <p:sp>
        <p:nvSpPr>
          <p:cNvPr id="41987" name="Google Shape;392;g1f685ef6d38_0_606">
            <a:extLst>
              <a:ext uri="{FF2B5EF4-FFF2-40B4-BE49-F238E27FC236}">
                <a16:creationId xmlns:a16="http://schemas.microsoft.com/office/drawing/2014/main" id="{121A285E-DF65-0C37-2622-4FAECA203E37}"/>
              </a:ext>
            </a:extLst>
          </p:cNvPr>
          <p:cNvSpPr txBox="1">
            <a:spLocks noGrp="1" noChangeArrowheads="1"/>
          </p:cNvSpPr>
          <p:nvPr>
            <p:ph type="body" idx="1"/>
          </p:nvPr>
        </p:nvSpPr>
        <p:spPr/>
        <p:txBody>
          <a:bodyPr/>
          <a:lstStyle/>
          <a:p>
            <a:pPr indent="-368300" algn="just" eaLnBrk="1" hangingPunct="1">
              <a:buSzPts val="2200"/>
              <a:buFontTx/>
              <a:buAutoNum type="arabicPeriod"/>
            </a:pPr>
            <a:r>
              <a:rPr lang="en-US" altLang="en-US" sz="2200" b="1">
                <a:latin typeface="Verdana" panose="020B0604030504040204" pitchFamily="34" charset="0"/>
                <a:ea typeface="Verdana" panose="020B0604030504040204" pitchFamily="34" charset="0"/>
                <a:cs typeface="Verdana" panose="020B0604030504040204" pitchFamily="34" charset="0"/>
              </a:rPr>
              <a:t>Schema flexibility:</a:t>
            </a:r>
            <a:r>
              <a:rPr lang="en-US" altLang="en-US" sz="2200" b="1">
                <a:solidFill>
                  <a:schemeClr val="accent2"/>
                </a:solidFill>
                <a:latin typeface="Verdana" panose="020B0604030504040204" pitchFamily="34" charset="0"/>
                <a:ea typeface="Verdana" panose="020B0604030504040204" pitchFamily="34" charset="0"/>
                <a:cs typeface="Verdana" panose="020B0604030504040204" pitchFamily="34" charset="0"/>
              </a:rPr>
              <a:t>Columnoriented DBMS </a:t>
            </a:r>
            <a:r>
              <a:rPr lang="en-US" altLang="en-US" sz="2200">
                <a:latin typeface="Verdana" panose="020B0604030504040204" pitchFamily="34" charset="0"/>
                <a:ea typeface="Verdana" panose="020B0604030504040204" pitchFamily="34" charset="0"/>
                <a:cs typeface="Verdana" panose="020B0604030504040204" pitchFamily="34" charset="0"/>
              </a:rPr>
              <a:t>store data as columns as opposed to rows in RDBMS. This allows flexibility of adding one or more columns as required, on the fly. Similarly, </a:t>
            </a:r>
            <a:r>
              <a:rPr lang="en-US" altLang="en-US" sz="2200" b="1">
                <a:solidFill>
                  <a:schemeClr val="accent2"/>
                </a:solidFill>
                <a:latin typeface="Verdana" panose="020B0604030504040204" pitchFamily="34" charset="0"/>
                <a:ea typeface="Verdana" panose="020B0604030504040204" pitchFamily="34" charset="0"/>
                <a:cs typeface="Verdana" panose="020B0604030504040204" pitchFamily="34" charset="0"/>
              </a:rPr>
              <a:t>document stores that allow storing semi-structured </a:t>
            </a:r>
            <a:r>
              <a:rPr lang="en-US" altLang="en-US" sz="2200">
                <a:latin typeface="Verdana" panose="020B0604030504040204" pitchFamily="34" charset="0"/>
                <a:ea typeface="Verdana" panose="020B0604030504040204" pitchFamily="34" charset="0"/>
                <a:cs typeface="Verdana" panose="020B0604030504040204" pitchFamily="34" charset="0"/>
              </a:rPr>
              <a:t>data are also good options.</a:t>
            </a:r>
          </a:p>
        </p:txBody>
      </p:sp>
      <p:sp>
        <p:nvSpPr>
          <p:cNvPr id="41988" name="Google Shape;393;g1f685ef6d38_0_606">
            <a:extLst>
              <a:ext uri="{FF2B5EF4-FFF2-40B4-BE49-F238E27FC236}">
                <a16:creationId xmlns:a16="http://schemas.microsoft.com/office/drawing/2014/main" id="{6C81FA94-88DC-714C-C190-659928A34330}"/>
              </a:ext>
            </a:extLst>
          </p:cNvPr>
          <p:cNvSpPr>
            <a:spLocks noGrp="1" noChangeArrowheads="1"/>
          </p:cNvSpPr>
          <p:nvPr>
            <p:ph type="sldNum" sz="quarter" idx="10"/>
          </p:nvPr>
        </p:nvSpPr>
        <p:spPr>
          <a:noFill/>
        </p:spPr>
        <p:txBody>
          <a:bodyPr/>
          <a:lstStyle/>
          <a:p>
            <a:fld id="{C7D8DE13-5E0E-4D9B-AD6A-D352DC3E6703}" type="slidenum">
              <a:rPr lang="en-US" altLang="en-US"/>
              <a:pPr/>
              <a:t>25</a:t>
            </a:fld>
            <a:endParaRPr lang="en-US" altLang="en-US"/>
          </a:p>
        </p:txBody>
      </p:sp>
      <p:pic>
        <p:nvPicPr>
          <p:cNvPr id="41989" name="Google Shape;394;g1f685ef6d38_0_606" descr="Google Shape;394;g1f685ef6d38_0_606">
            <a:extLst>
              <a:ext uri="{FF2B5EF4-FFF2-40B4-BE49-F238E27FC236}">
                <a16:creationId xmlns:a16="http://schemas.microsoft.com/office/drawing/2014/main" id="{98AE4EE0-0391-DF14-CA29-35DE68F76D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113" y="3429000"/>
            <a:ext cx="6519862"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Google Shape;400;g1f685ef6d38_0_616">
            <a:extLst>
              <a:ext uri="{FF2B5EF4-FFF2-40B4-BE49-F238E27FC236}">
                <a16:creationId xmlns:a16="http://schemas.microsoft.com/office/drawing/2014/main" id="{143B19F3-0CA7-A3CB-4D55-0B16CDD26D79}"/>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NoSQL approach(2) </a:t>
            </a:r>
          </a:p>
        </p:txBody>
      </p:sp>
      <p:sp>
        <p:nvSpPr>
          <p:cNvPr id="398" name="Google Shape;401;g1f685ef6d38_0_616">
            <a:extLst>
              <a:ext uri="{FF2B5EF4-FFF2-40B4-BE49-F238E27FC236}">
                <a16:creationId xmlns:a16="http://schemas.microsoft.com/office/drawing/2014/main" id="{C1D1A113-37B9-2BA0-0D83-AC0FE33308D6}"/>
              </a:ext>
            </a:extLst>
          </p:cNvPr>
          <p:cNvSpPr txBox="1">
            <a:spLocks noGrp="1"/>
          </p:cNvSpPr>
          <p:nvPr>
            <p:ph type="body" idx="1"/>
          </p:nvPr>
        </p:nvSpPr>
        <p:spPr>
          <a:ln>
            <a:solidFill>
              <a:srgbClr val="000000"/>
            </a:solidFill>
            <a:round/>
          </a:ln>
        </p:spPr>
        <p:txBody>
          <a:bodyPr>
            <a:normAutofit/>
          </a:bodyPr>
          <a:lstStyle/>
          <a:p>
            <a:pPr marL="0" indent="0" algn="just" eaLnBrk="1" fontAlgn="auto" hangingPunct="1">
              <a:spcAft>
                <a:spcPts val="0"/>
              </a:spcAft>
              <a:buSzTx/>
              <a:buFont typeface="Helvetica"/>
              <a:buNone/>
              <a:defRPr sz="1900" b="1"/>
            </a:pPr>
            <a:r>
              <a:rPr sz="1900" b="1">
                <a:sym typeface="Verdana"/>
              </a:rPr>
              <a:t>2. No Complex queries:</a:t>
            </a:r>
            <a:r>
              <a:rPr sz="1900">
                <a:sym typeface="Verdana"/>
              </a:rPr>
              <a:t> NoSQL databases </a:t>
            </a:r>
            <a:r>
              <a:rPr sz="1900" b="1">
                <a:solidFill>
                  <a:schemeClr val="accent2"/>
                </a:solidFill>
                <a:sym typeface="Verdana"/>
              </a:rPr>
              <a:t>do not</a:t>
            </a:r>
            <a:r>
              <a:rPr sz="1900">
                <a:sym typeface="Verdana"/>
              </a:rPr>
              <a:t> have support for </a:t>
            </a:r>
            <a:r>
              <a:rPr sz="1900" b="1">
                <a:solidFill>
                  <a:schemeClr val="accent2"/>
                </a:solidFill>
                <a:sym typeface="Verdana"/>
              </a:rPr>
              <a:t>relationships or foreign keys.</a:t>
            </a:r>
            <a:r>
              <a:rPr sz="1900">
                <a:sym typeface="Verdana"/>
              </a:rPr>
              <a:t> There are </a:t>
            </a:r>
            <a:r>
              <a:rPr sz="1900" b="1">
                <a:solidFill>
                  <a:schemeClr val="accent2"/>
                </a:solidFill>
                <a:sym typeface="Verdana"/>
              </a:rPr>
              <a:t>no complex queries.</a:t>
            </a:r>
            <a:r>
              <a:rPr sz="1900" b="1">
                <a:sym typeface="Verdana"/>
              </a:rPr>
              <a:t> </a:t>
            </a:r>
            <a:r>
              <a:rPr sz="1900">
                <a:sym typeface="Verdana"/>
              </a:rPr>
              <a:t>There are </a:t>
            </a:r>
            <a:r>
              <a:rPr sz="1900" b="1">
                <a:sym typeface="Verdana"/>
              </a:rPr>
              <a:t>n</a:t>
            </a:r>
            <a:r>
              <a:rPr sz="1900" b="1">
                <a:solidFill>
                  <a:schemeClr val="accent2"/>
                </a:solidFill>
                <a:sym typeface="Verdana"/>
              </a:rPr>
              <a:t>o JOIN statements</a:t>
            </a:r>
            <a:r>
              <a:rPr sz="1900">
                <a:solidFill>
                  <a:schemeClr val="accent2"/>
                </a:solidFill>
                <a:sym typeface="Verdana"/>
              </a:rPr>
              <a:t>.</a:t>
            </a:r>
            <a:endParaRPr sz="1900" b="1">
              <a:solidFill>
                <a:schemeClr val="accent2"/>
              </a:solidFill>
              <a:sym typeface="Verdana"/>
            </a:endParaRPr>
          </a:p>
          <a:p>
            <a:pPr marL="0" indent="0" algn="just" eaLnBrk="1" fontAlgn="auto" hangingPunct="1">
              <a:spcAft>
                <a:spcPts val="0"/>
              </a:spcAft>
              <a:buSzTx/>
              <a:buFont typeface="Helvetica"/>
              <a:buNone/>
              <a:defRPr sz="1900" b="1">
                <a:solidFill>
                  <a:srgbClr val="000000"/>
                </a:solidFill>
              </a:defRPr>
            </a:pPr>
            <a:r>
              <a:rPr sz="1900" b="1">
                <a:solidFill>
                  <a:srgbClr val="000000"/>
                </a:solidFill>
                <a:sym typeface="Verdana"/>
              </a:rPr>
              <a:t>3. Data update:</a:t>
            </a:r>
            <a:r>
              <a:rPr sz="1900">
                <a:solidFill>
                  <a:srgbClr val="000000"/>
                </a:solidFill>
                <a:sym typeface="Verdana"/>
              </a:rPr>
              <a:t> Data update and synchronization across nodes within a datacenter has a different set of requirements as compared to synchronizing across multiple datacenters. </a:t>
            </a:r>
          </a:p>
          <a:p>
            <a:pPr indent="-349250" algn="just" eaLnBrk="1" fontAlgn="auto" hangingPunct="1">
              <a:spcAft>
                <a:spcPts val="0"/>
              </a:spcAft>
              <a:buClr>
                <a:srgbClr val="0000FF"/>
              </a:buClr>
              <a:buSzPts val="1900"/>
              <a:buFont typeface="Helvetica"/>
              <a:buChar char="-"/>
              <a:defRPr sz="1900">
                <a:solidFill>
                  <a:srgbClr val="0000FF"/>
                </a:solidFill>
              </a:defRPr>
            </a:pPr>
            <a:r>
              <a:rPr sz="1900">
                <a:solidFill>
                  <a:srgbClr val="0000FF"/>
                </a:solidFill>
                <a:sym typeface="Verdana"/>
              </a:rPr>
              <a:t>Need minimum latency</a:t>
            </a:r>
          </a:p>
          <a:p>
            <a:pPr indent="-349250" algn="just" eaLnBrk="1" fontAlgn="auto" hangingPunct="1">
              <a:spcBef>
                <a:spcPts val="0"/>
              </a:spcBef>
              <a:spcAft>
                <a:spcPts val="0"/>
              </a:spcAft>
              <a:buClr>
                <a:srgbClr val="0000FF"/>
              </a:buClr>
              <a:buSzPts val="1900"/>
              <a:buFont typeface="Helvetica"/>
              <a:buChar char="-"/>
              <a:defRPr sz="1900">
                <a:solidFill>
                  <a:srgbClr val="0000FF"/>
                </a:solidFill>
              </a:defRPr>
            </a:pPr>
            <a:r>
              <a:rPr sz="1900">
                <a:solidFill>
                  <a:srgbClr val="0000FF"/>
                </a:solidFill>
                <a:sym typeface="Verdana"/>
              </a:rPr>
              <a:t>NoSQL solutions offer great synchronization options.</a:t>
            </a:r>
          </a:p>
        </p:txBody>
      </p:sp>
      <p:sp>
        <p:nvSpPr>
          <p:cNvPr id="43012" name="Google Shape;402;g1f685ef6d38_0_616">
            <a:extLst>
              <a:ext uri="{FF2B5EF4-FFF2-40B4-BE49-F238E27FC236}">
                <a16:creationId xmlns:a16="http://schemas.microsoft.com/office/drawing/2014/main" id="{675A00D9-7003-D702-EB1A-747A91EDEEDA}"/>
              </a:ext>
            </a:extLst>
          </p:cNvPr>
          <p:cNvSpPr>
            <a:spLocks noGrp="1" noChangeArrowheads="1"/>
          </p:cNvSpPr>
          <p:nvPr>
            <p:ph type="sldNum" sz="quarter" idx="10"/>
          </p:nvPr>
        </p:nvSpPr>
        <p:spPr>
          <a:noFill/>
        </p:spPr>
        <p:txBody>
          <a:bodyPr/>
          <a:lstStyle/>
          <a:p>
            <a:fld id="{58E6F818-B64D-4554-A4E2-A2640DC57471}" type="slidenum">
              <a:rPr lang="en-US" altLang="en-US"/>
              <a:pPr/>
              <a:t>26</a:t>
            </a:fld>
            <a:endParaRPr lang="en-US" altLang="en-US"/>
          </a:p>
        </p:txBody>
      </p:sp>
      <p:pic>
        <p:nvPicPr>
          <p:cNvPr id="43013" name="Google Shape;403;g1f685ef6d38_0_616" descr="Google Shape;403;g1f685ef6d38_0_616">
            <a:extLst>
              <a:ext uri="{FF2B5EF4-FFF2-40B4-BE49-F238E27FC236}">
                <a16:creationId xmlns:a16="http://schemas.microsoft.com/office/drawing/2014/main" id="{3954C1AB-DEC7-7CC2-3319-8E2C1524AA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2850" y="3925888"/>
            <a:ext cx="5899150" cy="236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Google Shape;409;g1f685ef6d38_0_627">
            <a:extLst>
              <a:ext uri="{FF2B5EF4-FFF2-40B4-BE49-F238E27FC236}">
                <a16:creationId xmlns:a16="http://schemas.microsoft.com/office/drawing/2014/main" id="{7E6CE478-2EAE-F85C-13CF-64F67AE90409}"/>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NoSQL approach(3) </a:t>
            </a:r>
          </a:p>
        </p:txBody>
      </p:sp>
      <p:sp>
        <p:nvSpPr>
          <p:cNvPr id="44035" name="Google Shape;410;g1f685ef6d38_0_627">
            <a:extLst>
              <a:ext uri="{FF2B5EF4-FFF2-40B4-BE49-F238E27FC236}">
                <a16:creationId xmlns:a16="http://schemas.microsoft.com/office/drawing/2014/main" id="{4B96D736-050C-33DC-CE97-3780166C91D4}"/>
              </a:ext>
            </a:extLst>
          </p:cNvPr>
          <p:cNvSpPr txBox="1">
            <a:spLocks noGrp="1"/>
          </p:cNvSpPr>
          <p:nvPr>
            <p:ph type="body" idx="1"/>
          </p:nvPr>
        </p:nvSpPr>
        <p:spPr>
          <a:ln>
            <a:solidFill>
              <a:schemeClr val="accent2"/>
            </a:solidFill>
            <a:round/>
            <a:headEnd/>
            <a:tailEnd/>
          </a:ln>
        </p:spPr>
        <p:txBody>
          <a:bodyPr/>
          <a:lstStyle/>
          <a:p>
            <a:pPr marL="0" indent="0" algn="just" eaLnBrk="1" hangingPunct="1">
              <a:buSzTx/>
              <a:buFont typeface="Helvetica" panose="020B0604020202020204" pitchFamily="34" charset="0"/>
              <a:buNone/>
            </a:pPr>
            <a:r>
              <a:rPr lang="en-US" altLang="en-US" sz="1900" b="1">
                <a:latin typeface="Verdana" panose="020B0604030504040204" pitchFamily="34" charset="0"/>
                <a:ea typeface="Verdana" panose="020B0604030504040204" pitchFamily="34" charset="0"/>
                <a:cs typeface="Verdana" panose="020B0604030504040204" pitchFamily="34" charset="0"/>
              </a:rPr>
              <a:t>4. </a:t>
            </a:r>
            <a:r>
              <a:rPr lang="en-US" altLang="en-US" sz="1900" b="1">
                <a:solidFill>
                  <a:srgbClr val="000000"/>
                </a:solidFill>
                <a:latin typeface="Verdana" panose="020B0604030504040204" pitchFamily="34" charset="0"/>
                <a:ea typeface="Verdana" panose="020B0604030504040204" pitchFamily="34" charset="0"/>
                <a:cs typeface="Verdana" panose="020B0604030504040204" pitchFamily="34" charset="0"/>
              </a:rPr>
              <a:t>Scalability:</a:t>
            </a:r>
            <a:r>
              <a:rPr lang="en-US" altLang="en-US" sz="1900">
                <a:solidFill>
                  <a:srgbClr val="000000"/>
                </a:solidFill>
                <a:latin typeface="Verdana" panose="020B0604030504040204" pitchFamily="34" charset="0"/>
                <a:ea typeface="Verdana" panose="020B0604030504040204" pitchFamily="34" charset="0"/>
                <a:cs typeface="Verdana" panose="020B0604030504040204" pitchFamily="34" charset="0"/>
              </a:rPr>
              <a:t>. A lot of complexity that is required for transaction oriented RDBMS does not exist in ACID non-compliant NoSQL databases. </a:t>
            </a:r>
          </a:p>
        </p:txBody>
      </p:sp>
      <p:sp>
        <p:nvSpPr>
          <p:cNvPr id="44036" name="Google Shape;411;g1f685ef6d38_0_627">
            <a:extLst>
              <a:ext uri="{FF2B5EF4-FFF2-40B4-BE49-F238E27FC236}">
                <a16:creationId xmlns:a16="http://schemas.microsoft.com/office/drawing/2014/main" id="{EC392381-5CAA-A6BE-0FAA-99F0F0EA5AD5}"/>
              </a:ext>
            </a:extLst>
          </p:cNvPr>
          <p:cNvSpPr>
            <a:spLocks noGrp="1" noChangeArrowheads="1"/>
          </p:cNvSpPr>
          <p:nvPr>
            <p:ph type="sldNum" sz="quarter" idx="10"/>
          </p:nvPr>
        </p:nvSpPr>
        <p:spPr>
          <a:noFill/>
        </p:spPr>
        <p:txBody>
          <a:bodyPr/>
          <a:lstStyle/>
          <a:p>
            <a:fld id="{87637264-CA44-4922-840A-EA5A89C42EA6}" type="slidenum">
              <a:rPr lang="en-US" altLang="en-US"/>
              <a:pPr/>
              <a:t>27</a:t>
            </a:fld>
            <a:endParaRPr lang="en-US" altLang="en-US"/>
          </a:p>
        </p:txBody>
      </p:sp>
      <p:pic>
        <p:nvPicPr>
          <p:cNvPr id="44037" name="Google Shape;412;g1f685ef6d38_0_627" descr="Google Shape;412;g1f685ef6d38_0_627">
            <a:extLst>
              <a:ext uri="{FF2B5EF4-FFF2-40B4-BE49-F238E27FC236}">
                <a16:creationId xmlns:a16="http://schemas.microsoft.com/office/drawing/2014/main" id="{96FD4CC1-558C-C90D-DE74-2A36419979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463" y="2333625"/>
            <a:ext cx="7143750"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4038" name="Google Shape;413;g1f685ef6d38_0_627" descr="Google Shape;413;g1f685ef6d38_0_627">
            <a:extLst>
              <a:ext uri="{FF2B5EF4-FFF2-40B4-BE49-F238E27FC236}">
                <a16:creationId xmlns:a16="http://schemas.microsoft.com/office/drawing/2014/main" id="{28E3D74E-FD38-9D85-E1EF-EDBBF4395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7738" y="4938713"/>
            <a:ext cx="1100137"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Google Shape;419;g1f685ef6d38_0_638">
            <a:extLst>
              <a:ext uri="{FF2B5EF4-FFF2-40B4-BE49-F238E27FC236}">
                <a16:creationId xmlns:a16="http://schemas.microsoft.com/office/drawing/2014/main" id="{022DF8F1-2D5D-76B9-3936-DE7AC72A3A14}"/>
              </a:ext>
            </a:extLst>
          </p:cNvPr>
          <p:cNvSpPr txBox="1">
            <a:spLocks noGrp="1" noChangeArrowheads="1"/>
          </p:cNvSpPr>
          <p:nvPr>
            <p:ph type="title"/>
          </p:nvPr>
        </p:nvSpPr>
        <p:spPr>
          <a:xfrm>
            <a:off x="730250" y="2970213"/>
            <a:ext cx="8001000" cy="762000"/>
          </a:xfrm>
        </p:spPr>
        <p:txBody>
          <a:bodyPr/>
          <a:lstStyle/>
          <a:p>
            <a:pPr eaLnBrk="1" hangingPunct="1">
              <a:lnSpc>
                <a:spcPct val="90000"/>
              </a:lnSpc>
            </a:pPr>
            <a:r>
              <a:rPr lang="en-US" altLang="en-US">
                <a:latin typeface="Verdana" panose="020B0604030504040204" pitchFamily="34" charset="0"/>
                <a:ea typeface="Verdana" panose="020B0604030504040204" pitchFamily="34" charset="0"/>
                <a:cs typeface="Verdana" panose="020B0604030504040204" pitchFamily="34" charset="0"/>
              </a:rPr>
              <a:t>NOSQL Storage	 TYPES</a:t>
            </a:r>
          </a:p>
        </p:txBody>
      </p:sp>
      <p:sp>
        <p:nvSpPr>
          <p:cNvPr id="45059" name="Google Shape;420;g1f685ef6d38_0_638">
            <a:extLst>
              <a:ext uri="{FF2B5EF4-FFF2-40B4-BE49-F238E27FC236}">
                <a16:creationId xmlns:a16="http://schemas.microsoft.com/office/drawing/2014/main" id="{03D3419C-27FD-F89A-1BBC-F309D29FF8BD}"/>
              </a:ext>
            </a:extLst>
          </p:cNvPr>
          <p:cNvSpPr>
            <a:spLocks noGrp="1" noChangeArrowheads="1"/>
          </p:cNvSpPr>
          <p:nvPr>
            <p:ph type="sldNum" sz="quarter" idx="10"/>
          </p:nvPr>
        </p:nvSpPr>
        <p:spPr>
          <a:noFill/>
        </p:spPr>
        <p:txBody>
          <a:bodyPr/>
          <a:lstStyle/>
          <a:p>
            <a:fld id="{A4B25E9A-F849-460A-A8BB-8A3FDD22822B}" type="slidenum">
              <a:rPr lang="en-US" altLang="en-US"/>
              <a:pPr/>
              <a:t>28</a:t>
            </a:fld>
            <a:endParaRPr lang="en-US" altLang="en-US"/>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Google Shape;425;g1f685ef6d38_0_644">
            <a:extLst>
              <a:ext uri="{FF2B5EF4-FFF2-40B4-BE49-F238E27FC236}">
                <a16:creationId xmlns:a16="http://schemas.microsoft.com/office/drawing/2014/main" id="{3BB537BE-CCB6-4E8F-FEAE-5DEF47A31706}"/>
              </a:ext>
            </a:extLst>
          </p:cNvPr>
          <p:cNvSpPr txBox="1">
            <a:spLocks noGrp="1" noChangeArrowheads="1"/>
          </p:cNvSpPr>
          <p:nvPr>
            <p:ph type="title"/>
          </p:nvPr>
        </p:nvSpPr>
        <p:spPr>
          <a:xfrm>
            <a:off x="430213" y="152400"/>
            <a:ext cx="6002337" cy="762000"/>
          </a:xfrm>
        </p:spPr>
        <p:txBody>
          <a:bodyPr anchor="ctr"/>
          <a:lstStyle/>
          <a:p>
            <a:pPr eaLnBrk="1" hangingPunct="1">
              <a:lnSpc>
                <a:spcPct val="90000"/>
              </a:lnSpc>
            </a:pPr>
            <a:r>
              <a:rPr lang="en-US" altLang="en-US">
                <a:latin typeface="Verdana" panose="020B0604030504040204" pitchFamily="34" charset="0"/>
                <a:ea typeface="Verdana" panose="020B0604030504040204" pitchFamily="34" charset="0"/>
                <a:cs typeface="Verdana" panose="020B0604030504040204" pitchFamily="34" charset="0"/>
              </a:rPr>
              <a:t>NOSQL Storage	 TYPES</a:t>
            </a:r>
          </a:p>
        </p:txBody>
      </p:sp>
      <p:sp>
        <p:nvSpPr>
          <p:cNvPr id="412" name="Google Shape;426;g1f685ef6d38_0_644">
            <a:extLst>
              <a:ext uri="{FF2B5EF4-FFF2-40B4-BE49-F238E27FC236}">
                <a16:creationId xmlns:a16="http://schemas.microsoft.com/office/drawing/2014/main" id="{1DF44ED6-2848-8F2C-B543-4372A12B95AE}"/>
              </a:ext>
            </a:extLst>
          </p:cNvPr>
          <p:cNvSpPr txBox="1"/>
          <p:nvPr/>
        </p:nvSpPr>
        <p:spPr>
          <a:xfrm>
            <a:off x="430213" y="1222375"/>
            <a:ext cx="8321675" cy="3359150"/>
          </a:xfrm>
          <a:prstGeom prst="rect">
            <a:avLst/>
          </a:prstGeom>
          <a:ln w="12700">
            <a:miter lim="400000"/>
          </a:ln>
        </p:spPr>
        <p:txBody>
          <a:bodyPr lIns="91424" tIns="91424" rIns="91424" bIns="91424">
            <a:spAutoFit/>
          </a:bodyPr>
          <a:lstStyle/>
          <a:p>
            <a:pPr marL="457200" indent="-361950" eaLnBrk="1" fontAlgn="auto">
              <a:spcBef>
                <a:spcPts val="0"/>
              </a:spcBef>
              <a:spcAft>
                <a:spcPts val="0"/>
              </a:spcAft>
              <a:buClr>
                <a:srgbClr val="000000"/>
              </a:buClr>
              <a:buSzPts val="2100"/>
              <a:buFont typeface="Verdana"/>
              <a:buChar char="●"/>
              <a:defRPr sz="2100">
                <a:latin typeface="Verdana"/>
                <a:ea typeface="Verdana"/>
                <a:cs typeface="Verdana"/>
                <a:sym typeface="Verdana"/>
              </a:defRPr>
            </a:pPr>
            <a:r>
              <a:rPr sz="2100" kern="0">
                <a:latin typeface="Verdana"/>
                <a:ea typeface="Verdana"/>
                <a:cs typeface="Verdana"/>
                <a:sym typeface="Verdana"/>
              </a:rPr>
              <a:t>The NoSQL databases are </a:t>
            </a:r>
            <a:r>
              <a:rPr sz="2100" b="1" kern="0">
                <a:solidFill>
                  <a:schemeClr val="accent2"/>
                </a:solidFill>
                <a:latin typeface="Verdana"/>
                <a:ea typeface="Verdana"/>
                <a:cs typeface="Verdana"/>
                <a:sym typeface="Verdana"/>
              </a:rPr>
              <a:t>categorized on the basis of how the data is stored</a:t>
            </a:r>
            <a:r>
              <a:rPr sz="2100" kern="0">
                <a:latin typeface="Verdana"/>
                <a:ea typeface="Verdana"/>
                <a:cs typeface="Verdana"/>
                <a:sym typeface="Verdana"/>
              </a:rPr>
              <a:t>. </a:t>
            </a:r>
          </a:p>
          <a:p>
            <a:pPr indent="457200" eaLnBrk="1" fontAlgn="auto">
              <a:spcBef>
                <a:spcPts val="0"/>
              </a:spcBef>
              <a:spcAft>
                <a:spcPts val="0"/>
              </a:spcAft>
              <a:defRPr sz="2100">
                <a:latin typeface="Verdana"/>
                <a:ea typeface="Verdana"/>
                <a:cs typeface="Verdana"/>
                <a:sym typeface="Verdana"/>
              </a:defRPr>
            </a:pPr>
            <a:endParaRPr sz="2100" kern="0">
              <a:latin typeface="Verdana"/>
              <a:ea typeface="Verdana"/>
              <a:cs typeface="Verdana"/>
              <a:sym typeface="Verdana"/>
            </a:endParaRPr>
          </a:p>
          <a:p>
            <a:pPr marL="457200" indent="-361950" eaLnBrk="1" fontAlgn="auto">
              <a:spcBef>
                <a:spcPts val="0"/>
              </a:spcBef>
              <a:spcAft>
                <a:spcPts val="0"/>
              </a:spcAft>
              <a:buClr>
                <a:srgbClr val="000000"/>
              </a:buClr>
              <a:buSzPts val="2100"/>
              <a:buFont typeface="Verdana"/>
              <a:buChar char="●"/>
              <a:defRPr sz="2100">
                <a:latin typeface="Verdana"/>
                <a:ea typeface="Verdana"/>
                <a:cs typeface="Verdana"/>
                <a:sym typeface="Verdana"/>
              </a:defRPr>
            </a:pPr>
            <a:r>
              <a:rPr sz="2100" kern="0">
                <a:latin typeface="Verdana"/>
                <a:ea typeface="Verdana"/>
                <a:cs typeface="Verdana"/>
                <a:sym typeface="Verdana"/>
              </a:rPr>
              <a:t>Because of the need to provide curated information from large volumes, generally in near real-time, NoSQL mostly</a:t>
            </a:r>
            <a:r>
              <a:rPr sz="2100" b="1" kern="0">
                <a:solidFill>
                  <a:schemeClr val="accent2"/>
                </a:solidFill>
                <a:latin typeface="Verdana"/>
                <a:ea typeface="Verdana"/>
                <a:cs typeface="Verdana"/>
                <a:sym typeface="Verdana"/>
              </a:rPr>
              <a:t> follows a horizontal structure</a:t>
            </a:r>
            <a:r>
              <a:rPr sz="2100" kern="0">
                <a:latin typeface="Verdana"/>
                <a:ea typeface="Verdana"/>
                <a:cs typeface="Verdana"/>
                <a:sym typeface="Verdana"/>
              </a:rPr>
              <a:t>. </a:t>
            </a:r>
          </a:p>
          <a:p>
            <a:pPr indent="457200" eaLnBrk="1" fontAlgn="auto">
              <a:spcBef>
                <a:spcPts val="0"/>
              </a:spcBef>
              <a:spcAft>
                <a:spcPts val="0"/>
              </a:spcAft>
              <a:defRPr sz="2100">
                <a:latin typeface="Verdana"/>
                <a:ea typeface="Verdana"/>
                <a:cs typeface="Verdana"/>
                <a:sym typeface="Verdana"/>
              </a:defRPr>
            </a:pPr>
            <a:endParaRPr sz="2100" kern="0">
              <a:latin typeface="Verdana"/>
              <a:ea typeface="Verdana"/>
              <a:cs typeface="Verdana"/>
              <a:sym typeface="Verdana"/>
            </a:endParaRPr>
          </a:p>
          <a:p>
            <a:pPr marL="457200" indent="-361950" eaLnBrk="1" fontAlgn="auto">
              <a:spcBef>
                <a:spcPts val="0"/>
              </a:spcBef>
              <a:spcAft>
                <a:spcPts val="0"/>
              </a:spcAft>
              <a:buClr>
                <a:srgbClr val="000000"/>
              </a:buClr>
              <a:buSzPts val="2100"/>
              <a:buFont typeface="Verdana"/>
              <a:buChar char="●"/>
              <a:defRPr sz="2100">
                <a:latin typeface="Verdana"/>
                <a:ea typeface="Verdana"/>
                <a:cs typeface="Verdana"/>
                <a:sym typeface="Verdana"/>
              </a:defRPr>
            </a:pPr>
            <a:r>
              <a:rPr sz="2100" kern="0">
                <a:latin typeface="Verdana"/>
                <a:ea typeface="Verdana"/>
                <a:cs typeface="Verdana"/>
                <a:sym typeface="Verdana"/>
              </a:rPr>
              <a:t>They are </a:t>
            </a:r>
            <a:r>
              <a:rPr sz="2100" b="1" kern="0">
                <a:solidFill>
                  <a:schemeClr val="accent2"/>
                </a:solidFill>
                <a:latin typeface="Verdana"/>
                <a:ea typeface="Verdana"/>
                <a:cs typeface="Verdana"/>
                <a:sym typeface="Verdana"/>
              </a:rPr>
              <a:t>optimized for insert and retrieve operations</a:t>
            </a:r>
            <a:r>
              <a:rPr sz="2100" kern="0">
                <a:latin typeface="Verdana"/>
                <a:ea typeface="Verdana"/>
                <a:cs typeface="Verdana"/>
                <a:sym typeface="Verdana"/>
              </a:rPr>
              <a:t> on a large scale with built-in capabilities for replication and clustering. </a:t>
            </a:r>
          </a:p>
        </p:txBody>
      </p:sp>
      <p:sp>
        <p:nvSpPr>
          <p:cNvPr id="2" name="Slide Number Placeholder 1">
            <a:extLst>
              <a:ext uri="{FF2B5EF4-FFF2-40B4-BE49-F238E27FC236}">
                <a16:creationId xmlns:a16="http://schemas.microsoft.com/office/drawing/2014/main" id="{2056BB0D-14BF-7E3D-EC61-C0F288E1CF08}"/>
              </a:ext>
            </a:extLst>
          </p:cNvPr>
          <p:cNvSpPr>
            <a:spLocks noGrp="1"/>
          </p:cNvSpPr>
          <p:nvPr>
            <p:ph type="sldNum" sz="quarter" idx="10"/>
          </p:nvPr>
        </p:nvSpPr>
        <p:spPr/>
        <p:txBody>
          <a:bodyPr/>
          <a:lstStyle/>
          <a:p>
            <a:fld id="{E41E8F01-B894-4207-BB9D-200711BC0260}" type="slidenum">
              <a:rPr lang="en-US" altLang="en-US" smtClean="0"/>
              <a:pPr/>
              <a:t>29</a:t>
            </a:fld>
            <a:endParaRPr lang="en-US" altLang="en-US"/>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Google Shape;432;g1f685ef6d38_0_653">
            <a:extLst>
              <a:ext uri="{FF2B5EF4-FFF2-40B4-BE49-F238E27FC236}">
                <a16:creationId xmlns:a16="http://schemas.microsoft.com/office/drawing/2014/main" id="{3D75C655-9671-BE0E-7F5D-4B4BE9BC2FF1}"/>
              </a:ext>
            </a:extLst>
          </p:cNvPr>
          <p:cNvSpPr txBox="1">
            <a:spLocks noGrp="1" noChangeArrowheads="1"/>
          </p:cNvSpPr>
          <p:nvPr>
            <p:ph type="title"/>
          </p:nvPr>
        </p:nvSpPr>
        <p:spPr/>
        <p:txBody>
          <a:bodyPr/>
          <a:lstStyle/>
          <a:p>
            <a:pPr eaLnBrk="1" hangingPunct="1">
              <a:lnSpc>
                <a:spcPct val="90000"/>
              </a:lnSpc>
            </a:pPr>
            <a:r>
              <a:rPr lang="en-US" altLang="en-US">
                <a:latin typeface="Verdana" panose="020B0604030504040204" pitchFamily="34" charset="0"/>
                <a:ea typeface="Verdana" panose="020B0604030504040204" pitchFamily="34" charset="0"/>
                <a:cs typeface="Verdana" panose="020B0604030504040204" pitchFamily="34" charset="0"/>
              </a:rPr>
              <a:t>NOSQL Storage	 TYPES</a:t>
            </a:r>
          </a:p>
        </p:txBody>
      </p:sp>
      <p:sp>
        <p:nvSpPr>
          <p:cNvPr id="47107" name="Google Shape;433;g1f685ef6d38_0_653">
            <a:extLst>
              <a:ext uri="{FF2B5EF4-FFF2-40B4-BE49-F238E27FC236}">
                <a16:creationId xmlns:a16="http://schemas.microsoft.com/office/drawing/2014/main" id="{34674243-366C-0E24-FFCB-11045F9CD38F}"/>
              </a:ext>
            </a:extLst>
          </p:cNvPr>
          <p:cNvSpPr>
            <a:spLocks noGrp="1" noChangeArrowheads="1"/>
          </p:cNvSpPr>
          <p:nvPr>
            <p:ph type="sldNum" sz="quarter" idx="10"/>
          </p:nvPr>
        </p:nvSpPr>
        <p:spPr>
          <a:noFill/>
        </p:spPr>
        <p:txBody>
          <a:bodyPr/>
          <a:lstStyle/>
          <a:p>
            <a:fld id="{9D31DDE6-5FBA-46BA-B1B3-2CE85A480F29}" type="slidenum">
              <a:rPr lang="en-US" altLang="en-US"/>
              <a:pPr/>
              <a:t>30</a:t>
            </a:fld>
            <a:endParaRPr lang="en-US" altLang="en-US"/>
          </a:p>
        </p:txBody>
      </p:sp>
      <p:pic>
        <p:nvPicPr>
          <p:cNvPr id="47108" name="Google Shape;434;g1f685ef6d38_0_653" descr="Google Shape;434;g1f685ef6d38_0_653">
            <a:extLst>
              <a:ext uri="{FF2B5EF4-FFF2-40B4-BE49-F238E27FC236}">
                <a16:creationId xmlns:a16="http://schemas.microsoft.com/office/drawing/2014/main" id="{EB825939-0DB0-EEB8-50E3-EA9F0876F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1438275"/>
            <a:ext cx="5562600"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Google Shape;439;g1c19b22ece8_0_249">
            <a:extLst>
              <a:ext uri="{FF2B5EF4-FFF2-40B4-BE49-F238E27FC236}">
                <a16:creationId xmlns:a16="http://schemas.microsoft.com/office/drawing/2014/main" id="{7C2AA204-3448-910F-9F06-DD4E5BCBAA90}"/>
              </a:ext>
            </a:extLst>
          </p:cNvPr>
          <p:cNvSpPr txBox="1">
            <a:spLocks noGrp="1" noChangeArrowheads="1"/>
          </p:cNvSpPr>
          <p:nvPr>
            <p:ph type="title"/>
          </p:nvPr>
        </p:nvSpPr>
        <p:spPr>
          <a:xfrm>
            <a:off x="430213" y="152400"/>
            <a:ext cx="6002337" cy="762000"/>
          </a:xfrm>
        </p:spPr>
        <p:txBody>
          <a:bodyPr anchor="ctr"/>
          <a:lstStyle/>
          <a:p>
            <a:pPr eaLnBrk="1" hangingPunct="1">
              <a:lnSpc>
                <a:spcPct val="90000"/>
              </a:lnSpc>
            </a:pPr>
            <a:r>
              <a:rPr lang="en-US" altLang="en-US">
                <a:latin typeface="Verdana" panose="020B0604030504040204" pitchFamily="34" charset="0"/>
                <a:ea typeface="Verdana" panose="020B0604030504040204" pitchFamily="34" charset="0"/>
                <a:cs typeface="Verdana" panose="020B0604030504040204" pitchFamily="34" charset="0"/>
              </a:rPr>
              <a:t>NOSQL Storage	 TYPES</a:t>
            </a:r>
          </a:p>
        </p:txBody>
      </p:sp>
      <p:sp>
        <p:nvSpPr>
          <p:cNvPr id="419" name="Google Shape;440;g1c19b22ece8_0_249">
            <a:extLst>
              <a:ext uri="{FF2B5EF4-FFF2-40B4-BE49-F238E27FC236}">
                <a16:creationId xmlns:a16="http://schemas.microsoft.com/office/drawing/2014/main" id="{0672FDB5-8A1D-1CCE-1887-32D93055F2F0}"/>
              </a:ext>
            </a:extLst>
          </p:cNvPr>
          <p:cNvSpPr txBox="1">
            <a:spLocks noGrp="1"/>
          </p:cNvSpPr>
          <p:nvPr>
            <p:ph type="body" idx="1"/>
          </p:nvPr>
        </p:nvSpPr>
        <p:spPr>
          <a:xfrm>
            <a:off x="214313" y="1501775"/>
            <a:ext cx="8769350" cy="4968875"/>
          </a:xfrm>
        </p:spPr>
        <p:txBody>
          <a:bodyPr>
            <a:normAutofit/>
          </a:bodyPr>
          <a:lstStyle/>
          <a:p>
            <a:pPr marL="0" indent="0" defTabSz="905255" eaLnBrk="1" fontAlgn="auto" hangingPunct="1">
              <a:lnSpc>
                <a:spcPct val="72000"/>
              </a:lnSpc>
              <a:spcBef>
                <a:spcPts val="0"/>
              </a:spcBef>
              <a:spcAft>
                <a:spcPts val="0"/>
              </a:spcAft>
              <a:buSzTx/>
              <a:buFont typeface="Helvetica"/>
              <a:buNone/>
              <a:defRPr sz="2079">
                <a:solidFill>
                  <a:srgbClr val="000000"/>
                </a:solidFill>
              </a:defRPr>
            </a:pPr>
            <a:r>
              <a:rPr sz="2079">
                <a:solidFill>
                  <a:srgbClr val="000000"/>
                </a:solidFill>
                <a:sym typeface="Verdana"/>
              </a:rPr>
              <a:t>Discussing NoSQL databases is complicated because there are a variety of types:</a:t>
            </a:r>
          </a:p>
          <a:p>
            <a:pPr marL="0" indent="0" defTabSz="905255" eaLnBrk="1" fontAlgn="auto" hangingPunct="1">
              <a:lnSpc>
                <a:spcPct val="72000"/>
              </a:lnSpc>
              <a:spcBef>
                <a:spcPts val="1100"/>
              </a:spcBef>
              <a:spcAft>
                <a:spcPts val="0"/>
              </a:spcAft>
              <a:buSzTx/>
              <a:buFont typeface="Helvetica"/>
              <a:buNone/>
              <a:defRPr sz="2079">
                <a:solidFill>
                  <a:srgbClr val="000000"/>
                </a:solidFill>
              </a:defRPr>
            </a:pPr>
            <a:endParaRPr sz="2079">
              <a:solidFill>
                <a:srgbClr val="000000"/>
              </a:solidFill>
              <a:sym typeface="Verdana"/>
            </a:endParaRPr>
          </a:p>
          <a:p>
            <a:pPr marL="0" indent="-74809" defTabSz="905255" eaLnBrk="1" fontAlgn="auto" hangingPunct="1">
              <a:lnSpc>
                <a:spcPct val="72000"/>
              </a:lnSpc>
              <a:spcBef>
                <a:spcPts val="1100"/>
              </a:spcBef>
              <a:spcAft>
                <a:spcPts val="0"/>
              </a:spcAft>
              <a:buClr>
                <a:srgbClr val="000000"/>
              </a:buClr>
              <a:buSzPct val="56666"/>
              <a:buFont typeface="Helvetica"/>
              <a:buChar char="□"/>
              <a:defRPr sz="2079" b="1">
                <a:solidFill>
                  <a:srgbClr val="000000"/>
                </a:solidFill>
              </a:defRPr>
            </a:pPr>
            <a:r>
              <a:rPr sz="2079" b="1">
                <a:solidFill>
                  <a:srgbClr val="000000"/>
                </a:solidFill>
                <a:sym typeface="Verdana"/>
              </a:rPr>
              <a:t>Column-oriented databases</a:t>
            </a:r>
          </a:p>
          <a:p>
            <a:pPr marL="339470" lvl="1" indent="-67327" defTabSz="905255" eaLnBrk="1" fontAlgn="auto" hangingPunct="1">
              <a:lnSpc>
                <a:spcPct val="72000"/>
              </a:lnSpc>
              <a:spcAft>
                <a:spcPts val="0"/>
              </a:spcAft>
              <a:buClr>
                <a:srgbClr val="000000"/>
              </a:buClr>
              <a:buSzPct val="58846"/>
              <a:buFont typeface="Helvetica"/>
              <a:buChar char="■"/>
              <a:defRPr sz="1782">
                <a:solidFill>
                  <a:srgbClr val="000000"/>
                </a:solidFill>
              </a:defRPr>
            </a:pPr>
            <a:r>
              <a:rPr sz="1782">
                <a:solidFill>
                  <a:srgbClr val="000000"/>
                </a:solidFill>
                <a:sym typeface="Verdana"/>
              </a:rPr>
              <a:t>Optimized for queries over large datasets, and store </a:t>
            </a:r>
            <a:br>
              <a:rPr sz="1782">
                <a:solidFill>
                  <a:srgbClr val="000000"/>
                </a:solidFill>
                <a:sym typeface="Verdana"/>
              </a:rPr>
            </a:br>
            <a:r>
              <a:rPr sz="1782">
                <a:solidFill>
                  <a:srgbClr val="000000"/>
                </a:solidFill>
                <a:sym typeface="Verdana"/>
              </a:rPr>
              <a:t>columns of data together, instead of rows</a:t>
            </a:r>
          </a:p>
          <a:p>
            <a:pPr marL="0" indent="0" defTabSz="905255" eaLnBrk="1" fontAlgn="auto" hangingPunct="1">
              <a:lnSpc>
                <a:spcPct val="72000"/>
              </a:lnSpc>
              <a:spcAft>
                <a:spcPts val="0"/>
              </a:spcAft>
              <a:buSzTx/>
              <a:buFont typeface="Helvetica"/>
              <a:buNone/>
              <a:defRPr sz="2079">
                <a:solidFill>
                  <a:srgbClr val="000000"/>
                </a:solidFill>
              </a:defRPr>
            </a:pPr>
            <a:endParaRPr sz="2079">
              <a:solidFill>
                <a:srgbClr val="000000"/>
              </a:solidFill>
              <a:sym typeface="Verdana"/>
            </a:endParaRPr>
          </a:p>
          <a:p>
            <a:pPr marL="0" indent="-74809" defTabSz="905255" eaLnBrk="1" fontAlgn="auto" hangingPunct="1">
              <a:lnSpc>
                <a:spcPct val="72000"/>
              </a:lnSpc>
              <a:spcBef>
                <a:spcPts val="1300"/>
              </a:spcBef>
              <a:spcAft>
                <a:spcPts val="0"/>
              </a:spcAft>
              <a:buClr>
                <a:srgbClr val="000000"/>
              </a:buClr>
              <a:buSzPct val="56666"/>
              <a:buFont typeface="Helvetica"/>
              <a:buChar char="□"/>
              <a:defRPr sz="2079" b="1">
                <a:solidFill>
                  <a:srgbClr val="000000"/>
                </a:solidFill>
              </a:defRPr>
            </a:pPr>
            <a:r>
              <a:rPr sz="2079" b="1">
                <a:solidFill>
                  <a:srgbClr val="000000"/>
                </a:solidFill>
                <a:sym typeface="Verdana"/>
              </a:rPr>
              <a:t>Document databases: </a:t>
            </a:r>
          </a:p>
          <a:p>
            <a:pPr marL="339470" lvl="1" indent="-67327" defTabSz="905255" eaLnBrk="1" fontAlgn="auto" hangingPunct="1">
              <a:lnSpc>
                <a:spcPct val="72000"/>
              </a:lnSpc>
              <a:spcAft>
                <a:spcPts val="0"/>
              </a:spcAft>
              <a:buClr>
                <a:srgbClr val="000000"/>
              </a:buClr>
              <a:buSzPct val="58846"/>
              <a:buFont typeface="Helvetica"/>
              <a:buChar char="■"/>
              <a:defRPr sz="1782">
                <a:solidFill>
                  <a:srgbClr val="000000"/>
                </a:solidFill>
              </a:defRPr>
            </a:pPr>
            <a:r>
              <a:rPr sz="1782">
                <a:solidFill>
                  <a:srgbClr val="000000"/>
                </a:solidFill>
                <a:sym typeface="Verdana"/>
              </a:rPr>
              <a:t>pair each key with a complex data structure known as a document. </a:t>
            </a:r>
          </a:p>
          <a:p>
            <a:pPr marL="0" indent="-74809" defTabSz="905255" eaLnBrk="1" fontAlgn="auto" hangingPunct="1">
              <a:lnSpc>
                <a:spcPct val="72000"/>
              </a:lnSpc>
              <a:spcBef>
                <a:spcPts val="1300"/>
              </a:spcBef>
              <a:spcAft>
                <a:spcPts val="0"/>
              </a:spcAft>
              <a:buClr>
                <a:srgbClr val="000000"/>
              </a:buClr>
              <a:buSzPct val="56666"/>
              <a:buFont typeface="Helvetica"/>
              <a:buChar char="□"/>
              <a:defRPr sz="2079" b="1">
                <a:solidFill>
                  <a:srgbClr val="000000"/>
                </a:solidFill>
              </a:defRPr>
            </a:pPr>
            <a:r>
              <a:rPr sz="2079" b="1">
                <a:solidFill>
                  <a:srgbClr val="000000"/>
                </a:solidFill>
                <a:sym typeface="Verdana"/>
              </a:rPr>
              <a:t>Key-Value Store : </a:t>
            </a:r>
          </a:p>
          <a:p>
            <a:pPr marL="339470" lvl="1" indent="-67327" defTabSz="905255" eaLnBrk="1" fontAlgn="auto" hangingPunct="1">
              <a:lnSpc>
                <a:spcPct val="72000"/>
              </a:lnSpc>
              <a:spcAft>
                <a:spcPts val="0"/>
              </a:spcAft>
              <a:buClr>
                <a:srgbClr val="000000"/>
              </a:buClr>
              <a:buSzPct val="58846"/>
              <a:buFont typeface="Helvetica"/>
              <a:buChar char="■"/>
              <a:defRPr sz="1782">
                <a:solidFill>
                  <a:srgbClr val="000000"/>
                </a:solidFill>
              </a:defRPr>
            </a:pPr>
            <a:r>
              <a:rPr sz="1782">
                <a:solidFill>
                  <a:srgbClr val="000000"/>
                </a:solidFill>
                <a:sym typeface="Verdana"/>
              </a:rPr>
              <a:t>are the simplest NoSQL databases. Every single item in the database is stored </a:t>
            </a:r>
          </a:p>
          <a:p>
            <a:pPr marL="0" lvl="1" indent="339470" defTabSz="905255" eaLnBrk="1" fontAlgn="auto" hangingPunct="1">
              <a:lnSpc>
                <a:spcPct val="72000"/>
              </a:lnSpc>
              <a:spcBef>
                <a:spcPts val="500"/>
              </a:spcBef>
              <a:spcAft>
                <a:spcPts val="0"/>
              </a:spcAft>
              <a:buSzTx/>
              <a:buFont typeface="Helvetica"/>
              <a:buNone/>
              <a:defRPr sz="1782">
                <a:solidFill>
                  <a:srgbClr val="000000"/>
                </a:solidFill>
              </a:defRPr>
            </a:pPr>
            <a:r>
              <a:rPr sz="1782">
                <a:solidFill>
                  <a:srgbClr val="000000"/>
                </a:solidFill>
                <a:sym typeface="Verdana"/>
              </a:rPr>
              <a:t>as an attribute name (or 'key'), together with its value. </a:t>
            </a:r>
          </a:p>
          <a:p>
            <a:pPr marL="0" indent="-74809" defTabSz="905255" eaLnBrk="1" fontAlgn="auto" hangingPunct="1">
              <a:lnSpc>
                <a:spcPct val="72000"/>
              </a:lnSpc>
              <a:spcBef>
                <a:spcPts val="1300"/>
              </a:spcBef>
              <a:spcAft>
                <a:spcPts val="0"/>
              </a:spcAft>
              <a:buClr>
                <a:srgbClr val="000000"/>
              </a:buClr>
              <a:buSzPct val="56666"/>
              <a:buFont typeface="Helvetica"/>
              <a:buChar char="□"/>
              <a:defRPr sz="2079" b="1">
                <a:solidFill>
                  <a:srgbClr val="000000"/>
                </a:solidFill>
              </a:defRPr>
            </a:pPr>
            <a:r>
              <a:rPr sz="2079" b="1">
                <a:solidFill>
                  <a:srgbClr val="000000"/>
                </a:solidFill>
                <a:sym typeface="Verdana"/>
              </a:rPr>
              <a:t>Graph Databases :</a:t>
            </a:r>
          </a:p>
          <a:p>
            <a:pPr marL="339470" lvl="1" indent="-67327" defTabSz="905255" eaLnBrk="1" fontAlgn="auto" hangingPunct="1">
              <a:lnSpc>
                <a:spcPct val="72000"/>
              </a:lnSpc>
              <a:spcAft>
                <a:spcPts val="0"/>
              </a:spcAft>
              <a:buClr>
                <a:srgbClr val="000000"/>
              </a:buClr>
              <a:buSzPct val="58846"/>
              <a:buFont typeface="Helvetica"/>
              <a:buChar char="■"/>
              <a:defRPr sz="1782">
                <a:solidFill>
                  <a:srgbClr val="000000"/>
                </a:solidFill>
              </a:defRPr>
            </a:pPr>
            <a:r>
              <a:rPr sz="1782">
                <a:solidFill>
                  <a:srgbClr val="000000"/>
                </a:solidFill>
                <a:sym typeface="Verdana"/>
              </a:rPr>
              <a:t>are used to store information about networks of data, such as social connections.  </a:t>
            </a:r>
            <a:br>
              <a:rPr sz="1782">
                <a:solidFill>
                  <a:srgbClr val="000000"/>
                </a:solidFill>
                <a:sym typeface="Verdana"/>
              </a:rPr>
            </a:br>
            <a:endParaRPr sz="1782">
              <a:solidFill>
                <a:srgbClr val="000000"/>
              </a:solidFill>
              <a:sym typeface="Verdana"/>
            </a:endParaRPr>
          </a:p>
        </p:txBody>
      </p:sp>
      <p:pic>
        <p:nvPicPr>
          <p:cNvPr id="48132" name="Google Shape;441;g1c19b22ece8_0_249" descr="Google Shape;441;g1c19b22ece8_0_249">
            <a:extLst>
              <a:ext uri="{FF2B5EF4-FFF2-40B4-BE49-F238E27FC236}">
                <a16:creationId xmlns:a16="http://schemas.microsoft.com/office/drawing/2014/main" id="{28ADB41D-CB6D-5B70-AB81-BF82D5C55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2475" y="1976438"/>
            <a:ext cx="1881188" cy="188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3E1F605C-3C5C-728C-057A-AF2F15A6B51B}"/>
              </a:ext>
            </a:extLst>
          </p:cNvPr>
          <p:cNvSpPr>
            <a:spLocks noGrp="1"/>
          </p:cNvSpPr>
          <p:nvPr>
            <p:ph type="sldNum" sz="quarter" idx="10"/>
          </p:nvPr>
        </p:nvSpPr>
        <p:spPr/>
        <p:txBody>
          <a:bodyPr/>
          <a:lstStyle/>
          <a:p>
            <a:fld id="{E41E8F01-B894-4207-BB9D-200711BC0260}" type="slidenum">
              <a:rPr lang="en-US" altLang="en-US" smtClean="0"/>
              <a:pPr/>
              <a:t>31</a:t>
            </a:fld>
            <a:endParaRPr lang="en-US" altLang="en-US"/>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Google Shape;447;g1f685ef6d38_0_667">
            <a:extLst>
              <a:ext uri="{FF2B5EF4-FFF2-40B4-BE49-F238E27FC236}">
                <a16:creationId xmlns:a16="http://schemas.microsoft.com/office/drawing/2014/main" id="{81DE6D81-C860-5123-639C-F1DF5C2E2F00}"/>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Column-oriented databases</a:t>
            </a:r>
          </a:p>
        </p:txBody>
      </p:sp>
      <p:sp>
        <p:nvSpPr>
          <p:cNvPr id="49155" name="Google Shape;448;g1f685ef6d38_0_667">
            <a:extLst>
              <a:ext uri="{FF2B5EF4-FFF2-40B4-BE49-F238E27FC236}">
                <a16:creationId xmlns:a16="http://schemas.microsoft.com/office/drawing/2014/main" id="{A830EC59-7690-136B-D105-8A121481505E}"/>
              </a:ext>
            </a:extLst>
          </p:cNvPr>
          <p:cNvSpPr>
            <a:spLocks noGrp="1" noChangeArrowheads="1"/>
          </p:cNvSpPr>
          <p:nvPr>
            <p:ph type="sldNum" sz="quarter" idx="10"/>
          </p:nvPr>
        </p:nvSpPr>
        <p:spPr>
          <a:noFill/>
        </p:spPr>
        <p:txBody>
          <a:bodyPr/>
          <a:lstStyle/>
          <a:p>
            <a:fld id="{C2438E53-879B-4C78-B964-E360718D3D67}" type="slidenum">
              <a:rPr lang="en-US" altLang="en-US"/>
              <a:pPr/>
              <a:t>32</a:t>
            </a:fld>
            <a:endParaRPr lang="en-US" altLang="en-US"/>
          </a:p>
        </p:txBody>
      </p:sp>
      <p:pic>
        <p:nvPicPr>
          <p:cNvPr id="49156" name="Google Shape;449;g1f685ef6d38_0_667" descr="Google Shape;449;g1f685ef6d38_0_667">
            <a:extLst>
              <a:ext uri="{FF2B5EF4-FFF2-40B4-BE49-F238E27FC236}">
                <a16:creationId xmlns:a16="http://schemas.microsoft.com/office/drawing/2014/main" id="{8DECC76F-8DB1-7EDA-406F-536E50C586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6838" y="1252538"/>
            <a:ext cx="440372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9157" name="Google Shape;450;g1f685ef6d38_0_667" descr="Google Shape;450;g1f685ef6d38_0_667">
            <a:extLst>
              <a:ext uri="{FF2B5EF4-FFF2-40B4-BE49-F238E27FC236}">
                <a16:creationId xmlns:a16="http://schemas.microsoft.com/office/drawing/2014/main" id="{EBD5C9FA-0FF0-0B66-DAFB-1E45EAFB09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100" y="4533900"/>
            <a:ext cx="39243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49158" name="Google Shape;451;g1f685ef6d38_0_667" descr="Google Shape;451;g1f685ef6d38_0_667">
            <a:extLst>
              <a:ext uri="{FF2B5EF4-FFF2-40B4-BE49-F238E27FC236}">
                <a16:creationId xmlns:a16="http://schemas.microsoft.com/office/drawing/2014/main" id="{63801F76-3B65-6D04-14CC-C99409FDFE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3425" y="4613275"/>
            <a:ext cx="4270375"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49159" name="Google Shape;452;g1f685ef6d38_0_667">
            <a:extLst>
              <a:ext uri="{FF2B5EF4-FFF2-40B4-BE49-F238E27FC236}">
                <a16:creationId xmlns:a16="http://schemas.microsoft.com/office/drawing/2014/main" id="{C24623C7-C8CB-AD85-523E-DD4FF9DD6B5C}"/>
              </a:ext>
            </a:extLst>
          </p:cNvPr>
          <p:cNvSpPr txBox="1">
            <a:spLocks noChangeArrowheads="1"/>
          </p:cNvSpPr>
          <p:nvPr/>
        </p:nvSpPr>
        <p:spPr bwMode="auto">
          <a:xfrm>
            <a:off x="392113" y="3746500"/>
            <a:ext cx="3343275"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algn="ctr" eaLnBrk="1"/>
            <a:r>
              <a:rPr lang="en-US" altLang="en-US" sz="1500" b="1">
                <a:latin typeface="Verdana" panose="020B0604030504040204" pitchFamily="34" charset="0"/>
                <a:sym typeface="Verdana" panose="020B0604030504040204" pitchFamily="34" charset="0"/>
              </a:rPr>
              <a:t>Row Oriented Storage</a:t>
            </a:r>
          </a:p>
        </p:txBody>
      </p:sp>
      <p:sp>
        <p:nvSpPr>
          <p:cNvPr id="49160" name="Google Shape;453;g1f685ef6d38_0_667">
            <a:extLst>
              <a:ext uri="{FF2B5EF4-FFF2-40B4-BE49-F238E27FC236}">
                <a16:creationId xmlns:a16="http://schemas.microsoft.com/office/drawing/2014/main" id="{4CFC9FEB-938C-744B-8AF6-FEEC9328E4FC}"/>
              </a:ext>
            </a:extLst>
          </p:cNvPr>
          <p:cNvSpPr txBox="1">
            <a:spLocks noChangeArrowheads="1"/>
          </p:cNvSpPr>
          <p:nvPr/>
        </p:nvSpPr>
        <p:spPr bwMode="auto">
          <a:xfrm>
            <a:off x="4432300" y="3762375"/>
            <a:ext cx="3924300"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algn="ctr" eaLnBrk="1"/>
            <a:r>
              <a:rPr lang="en-US" altLang="en-US" b="1">
                <a:latin typeface="Verdana" panose="020B0604030504040204" pitchFamily="34" charset="0"/>
                <a:sym typeface="Verdana" panose="020B0604030504040204" pitchFamily="34" charset="0"/>
              </a:rPr>
              <a:t>Column Oriented Storage</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Google Shape;458;g1f685ef6d38_0_661">
            <a:extLst>
              <a:ext uri="{FF2B5EF4-FFF2-40B4-BE49-F238E27FC236}">
                <a16:creationId xmlns:a16="http://schemas.microsoft.com/office/drawing/2014/main" id="{7A12540B-0025-742D-B6E3-C02896A78171}"/>
              </a:ext>
            </a:extLst>
          </p:cNvPr>
          <p:cNvSpPr txBox="1">
            <a:spLocks noGrp="1" noChangeArrowheads="1"/>
          </p:cNvSpPr>
          <p:nvPr>
            <p:ph type="title"/>
          </p:nvPr>
        </p:nvSpPr>
        <p:spPr>
          <a:xfrm>
            <a:off x="430213" y="152400"/>
            <a:ext cx="8383587" cy="762000"/>
          </a:xfrm>
        </p:spPr>
        <p:txBody>
          <a:bodyPr anchor="ctr"/>
          <a:lstStyle/>
          <a:p>
            <a:pPr eaLnBrk="1" hangingPunct="1">
              <a:lnSpc>
                <a:spcPct val="90000"/>
              </a:lnSpc>
            </a:pPr>
            <a:r>
              <a:rPr lang="en-US" altLang="en-US" sz="4400">
                <a:latin typeface="Verdana" panose="020B0604030504040204" pitchFamily="34" charset="0"/>
                <a:ea typeface="Verdana" panose="020B0604030504040204" pitchFamily="34" charset="0"/>
                <a:cs typeface="Verdana" panose="020B0604030504040204" pitchFamily="34" charset="0"/>
              </a:rPr>
              <a:t>COLUMN-ORIENTED STORES</a:t>
            </a:r>
          </a:p>
        </p:txBody>
      </p:sp>
      <p:sp>
        <p:nvSpPr>
          <p:cNvPr id="431" name="Google Shape;459;g1f685ef6d38_0_661">
            <a:extLst>
              <a:ext uri="{FF2B5EF4-FFF2-40B4-BE49-F238E27FC236}">
                <a16:creationId xmlns:a16="http://schemas.microsoft.com/office/drawing/2014/main" id="{2A1D26E4-2658-74DD-39ED-1ED350AB25A5}"/>
              </a:ext>
            </a:extLst>
          </p:cNvPr>
          <p:cNvSpPr txBox="1">
            <a:spLocks noGrp="1"/>
          </p:cNvSpPr>
          <p:nvPr>
            <p:ph type="body" idx="1"/>
          </p:nvPr>
        </p:nvSpPr>
        <p:spPr>
          <a:xfrm>
            <a:off x="328613" y="1495425"/>
            <a:ext cx="7375525" cy="4351338"/>
          </a:xfrm>
        </p:spPr>
        <p:txBody>
          <a:bodyPr>
            <a:normAutofit/>
          </a:bodyPr>
          <a:lstStyle/>
          <a:p>
            <a:pPr marL="175564" indent="-181660" defTabSz="877823" eaLnBrk="1" fontAlgn="auto" hangingPunct="1">
              <a:lnSpc>
                <a:spcPct val="90000"/>
              </a:lnSpc>
              <a:spcBef>
                <a:spcPts val="0"/>
              </a:spcBef>
              <a:spcAft>
                <a:spcPts val="0"/>
              </a:spcAft>
              <a:buSzPts val="1700"/>
              <a:buFont typeface="Helvetica"/>
              <a:buChar char="□"/>
              <a:defRPr sz="1727"/>
            </a:pPr>
            <a:r>
              <a:rPr sz="1727">
                <a:sym typeface="Verdana"/>
              </a:rPr>
              <a:t>Data are stored in a column-oriented way </a:t>
            </a:r>
          </a:p>
          <a:p>
            <a:pPr marL="438911" lvl="1" indent="-192023" defTabSz="877823" eaLnBrk="1" fontAlgn="auto" hangingPunct="1">
              <a:lnSpc>
                <a:spcPct val="90000"/>
              </a:lnSpc>
              <a:spcAft>
                <a:spcPts val="0"/>
              </a:spcAft>
              <a:buSzPts val="1700"/>
              <a:buFont typeface="Helvetica"/>
              <a:buChar char="■"/>
              <a:defRPr sz="1727"/>
            </a:pPr>
            <a:r>
              <a:rPr sz="1727">
                <a:sym typeface="Verdana"/>
              </a:rPr>
              <a:t>Data efficiently stored </a:t>
            </a:r>
          </a:p>
          <a:p>
            <a:pPr marL="438911" lvl="1" indent="-192023" defTabSz="877823" eaLnBrk="1" fontAlgn="auto" hangingPunct="1">
              <a:lnSpc>
                <a:spcPct val="90000"/>
              </a:lnSpc>
              <a:spcBef>
                <a:spcPts val="500"/>
              </a:spcBef>
              <a:spcAft>
                <a:spcPts val="0"/>
              </a:spcAft>
              <a:buSzPts val="1700"/>
              <a:buFont typeface="Helvetica"/>
              <a:buChar char="■"/>
              <a:defRPr sz="1727"/>
            </a:pPr>
            <a:r>
              <a:rPr sz="1727">
                <a:sym typeface="Verdana"/>
              </a:rPr>
              <a:t>Avoids consuming space for storing nulls</a:t>
            </a:r>
          </a:p>
          <a:p>
            <a:pPr marL="438911" lvl="1" indent="-192023" defTabSz="877823" eaLnBrk="1" fontAlgn="auto" hangingPunct="1">
              <a:lnSpc>
                <a:spcPct val="90000"/>
              </a:lnSpc>
              <a:spcBef>
                <a:spcPts val="500"/>
              </a:spcBef>
              <a:spcAft>
                <a:spcPts val="0"/>
              </a:spcAft>
              <a:buSzPts val="1700"/>
              <a:buFont typeface="Helvetica"/>
              <a:buChar char="■"/>
              <a:defRPr sz="1727"/>
            </a:pPr>
            <a:r>
              <a:rPr sz="1727">
                <a:sym typeface="Verdana"/>
              </a:rPr>
              <a:t>Columns are grouped in column-families </a:t>
            </a:r>
          </a:p>
          <a:p>
            <a:pPr marL="438911" lvl="1" indent="-192023" defTabSz="877823" eaLnBrk="1" fontAlgn="auto" hangingPunct="1">
              <a:lnSpc>
                <a:spcPct val="90000"/>
              </a:lnSpc>
              <a:spcBef>
                <a:spcPts val="500"/>
              </a:spcBef>
              <a:spcAft>
                <a:spcPts val="0"/>
              </a:spcAft>
              <a:buSzPts val="1700"/>
              <a:buFont typeface="Helvetica"/>
              <a:buChar char="■"/>
              <a:defRPr sz="1727"/>
            </a:pPr>
            <a:r>
              <a:rPr sz="1727">
                <a:sym typeface="Verdana"/>
              </a:rPr>
              <a:t>Data isn’t stored as a single table but is stored by column families</a:t>
            </a:r>
          </a:p>
          <a:p>
            <a:pPr marL="438911" lvl="1" indent="-192023" defTabSz="877823" eaLnBrk="1" fontAlgn="auto" hangingPunct="1">
              <a:lnSpc>
                <a:spcPct val="90000"/>
              </a:lnSpc>
              <a:spcBef>
                <a:spcPts val="500"/>
              </a:spcBef>
              <a:spcAft>
                <a:spcPts val="0"/>
              </a:spcAft>
              <a:buSzPts val="1700"/>
              <a:buFont typeface="Helvetica"/>
              <a:buChar char="■"/>
              <a:defRPr sz="1727"/>
            </a:pPr>
            <a:r>
              <a:rPr sz="1727">
                <a:sym typeface="Verdana"/>
              </a:rPr>
              <a:t>Unit of data is a set of key/value pairs </a:t>
            </a:r>
          </a:p>
          <a:p>
            <a:pPr marL="702259" lvl="2" indent="-202386" defTabSz="877823" eaLnBrk="1" fontAlgn="auto" hangingPunct="1">
              <a:lnSpc>
                <a:spcPct val="90000"/>
              </a:lnSpc>
              <a:spcBef>
                <a:spcPts val="500"/>
              </a:spcBef>
              <a:spcAft>
                <a:spcPts val="0"/>
              </a:spcAft>
              <a:buSzPts val="1700"/>
              <a:buFont typeface="Helvetica"/>
              <a:buChar char="□"/>
              <a:defRPr sz="1727"/>
            </a:pPr>
            <a:r>
              <a:rPr sz="1727">
                <a:sym typeface="Verdana"/>
              </a:rPr>
              <a:t>Identified by “row-key” </a:t>
            </a:r>
          </a:p>
          <a:p>
            <a:pPr marL="702259" lvl="2" indent="-202386" defTabSz="877823" eaLnBrk="1" fontAlgn="auto" hangingPunct="1">
              <a:lnSpc>
                <a:spcPct val="90000"/>
              </a:lnSpc>
              <a:spcBef>
                <a:spcPts val="500"/>
              </a:spcBef>
              <a:spcAft>
                <a:spcPts val="0"/>
              </a:spcAft>
              <a:buSzPts val="1700"/>
              <a:buFont typeface="Helvetica"/>
              <a:buChar char="□"/>
              <a:defRPr sz="1727"/>
            </a:pPr>
            <a:r>
              <a:rPr sz="1727">
                <a:sym typeface="Verdana"/>
              </a:rPr>
              <a:t>Ordered and sorted based on row-key</a:t>
            </a:r>
          </a:p>
          <a:p>
            <a:pPr marL="175564" indent="-181660" defTabSz="877823" eaLnBrk="1" fontAlgn="auto" hangingPunct="1">
              <a:lnSpc>
                <a:spcPct val="90000"/>
              </a:lnSpc>
              <a:spcBef>
                <a:spcPts val="1300"/>
              </a:spcBef>
              <a:spcAft>
                <a:spcPts val="0"/>
              </a:spcAft>
              <a:buSzPts val="1700"/>
              <a:buFont typeface="Helvetica"/>
              <a:buChar char="□"/>
              <a:defRPr sz="1727"/>
            </a:pPr>
            <a:r>
              <a:rPr sz="1727">
                <a:sym typeface="Verdana"/>
              </a:rPr>
              <a:t>Notable for: </a:t>
            </a:r>
          </a:p>
          <a:p>
            <a:pPr marL="438911" lvl="1" indent="-192023" defTabSz="877823" eaLnBrk="1" fontAlgn="auto" hangingPunct="1">
              <a:lnSpc>
                <a:spcPct val="90000"/>
              </a:lnSpc>
              <a:spcAft>
                <a:spcPts val="0"/>
              </a:spcAft>
              <a:buSzPts val="1700"/>
              <a:buFont typeface="Helvetica"/>
              <a:buChar char="■"/>
              <a:defRPr sz="1727"/>
            </a:pPr>
            <a:r>
              <a:rPr sz="1727">
                <a:sym typeface="Verdana"/>
              </a:rPr>
              <a:t>Google's Bigtable (used in all </a:t>
            </a:r>
            <a:br>
              <a:rPr sz="1727">
                <a:sym typeface="Verdana"/>
              </a:rPr>
            </a:br>
            <a:r>
              <a:rPr sz="1727">
                <a:sym typeface="Verdana"/>
              </a:rPr>
              <a:t>Google's services) </a:t>
            </a:r>
          </a:p>
          <a:p>
            <a:pPr marL="438911" lvl="1" indent="-192023" defTabSz="877823" eaLnBrk="1" fontAlgn="auto" hangingPunct="1">
              <a:lnSpc>
                <a:spcPct val="90000"/>
              </a:lnSpc>
              <a:spcBef>
                <a:spcPts val="500"/>
              </a:spcBef>
              <a:spcAft>
                <a:spcPts val="0"/>
              </a:spcAft>
              <a:buSzPts val="1700"/>
              <a:buFont typeface="Helvetica"/>
              <a:buChar char="■"/>
              <a:defRPr sz="1727"/>
            </a:pPr>
            <a:r>
              <a:rPr sz="1727">
                <a:sym typeface="Verdana"/>
              </a:rPr>
              <a:t>HBase (Facebook, StumbleUpon, </a:t>
            </a:r>
            <a:br>
              <a:rPr sz="1727">
                <a:sym typeface="Verdana"/>
              </a:rPr>
            </a:br>
            <a:r>
              <a:rPr sz="1727">
                <a:sym typeface="Verdana"/>
              </a:rPr>
              <a:t>Hulu, Yahoo!, ...)</a:t>
            </a:r>
          </a:p>
        </p:txBody>
      </p:sp>
      <p:pic>
        <p:nvPicPr>
          <p:cNvPr id="50180" name="Google Shape;460;g1f685ef6d38_0_661" descr="Google Shape;460;g1f685ef6d38_0_661">
            <a:extLst>
              <a:ext uri="{FF2B5EF4-FFF2-40B4-BE49-F238E27FC236}">
                <a16:creationId xmlns:a16="http://schemas.microsoft.com/office/drawing/2014/main" id="{AFB1430A-F24C-D929-06E9-EE8A10352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3863" y="4313238"/>
            <a:ext cx="3390900"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4389E74C-1AE6-9C88-38E0-588AC9EABABD}"/>
              </a:ext>
            </a:extLst>
          </p:cNvPr>
          <p:cNvSpPr>
            <a:spLocks noGrp="1"/>
          </p:cNvSpPr>
          <p:nvPr>
            <p:ph type="sldNum" sz="quarter" idx="10"/>
          </p:nvPr>
        </p:nvSpPr>
        <p:spPr/>
        <p:txBody>
          <a:bodyPr/>
          <a:lstStyle/>
          <a:p>
            <a:fld id="{E41E8F01-B894-4207-BB9D-200711BC0260}" type="slidenum">
              <a:rPr lang="en-US" altLang="en-US" smtClean="0"/>
              <a:pPr/>
              <a:t>33</a:t>
            </a:fld>
            <a:endParaRPr lang="en-US" altLang="en-US"/>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Google Shape;466;g1f685ef6d38_0_681">
            <a:extLst>
              <a:ext uri="{FF2B5EF4-FFF2-40B4-BE49-F238E27FC236}">
                <a16:creationId xmlns:a16="http://schemas.microsoft.com/office/drawing/2014/main" id="{8F80A3B1-7432-C3F2-57AA-7A0AB2F17798}"/>
              </a:ext>
            </a:extLst>
          </p:cNvPr>
          <p:cNvSpPr txBox="1">
            <a:spLocks noGrp="1" noChangeArrowheads="1"/>
          </p:cNvSpPr>
          <p:nvPr>
            <p:ph type="title"/>
          </p:nvPr>
        </p:nvSpPr>
        <p:spPr/>
        <p:txBody>
          <a:bodyPr/>
          <a:lstStyle/>
          <a:p>
            <a:pPr eaLnBrk="1" hangingPunct="1"/>
            <a:r>
              <a:rPr lang="en-US" altLang="en-US" sz="2900">
                <a:latin typeface="Verdana" panose="020B0604030504040204" pitchFamily="34" charset="0"/>
                <a:ea typeface="Verdana" panose="020B0604030504040204" pitchFamily="34" charset="0"/>
                <a:cs typeface="Verdana" panose="020B0604030504040204" pitchFamily="34" charset="0"/>
              </a:rPr>
              <a:t>Advantages of Column Oriented Database</a:t>
            </a:r>
          </a:p>
        </p:txBody>
      </p:sp>
      <p:sp>
        <p:nvSpPr>
          <p:cNvPr id="51203" name="Google Shape;467;g1f685ef6d38_0_681">
            <a:extLst>
              <a:ext uri="{FF2B5EF4-FFF2-40B4-BE49-F238E27FC236}">
                <a16:creationId xmlns:a16="http://schemas.microsoft.com/office/drawing/2014/main" id="{C9DA7707-33DA-72C1-654A-C09CDDF3CCE1}"/>
              </a:ext>
            </a:extLst>
          </p:cNvPr>
          <p:cNvSpPr txBox="1">
            <a:spLocks noGrp="1" noChangeArrowheads="1"/>
          </p:cNvSpPr>
          <p:nvPr>
            <p:ph type="body" idx="1"/>
          </p:nvPr>
        </p:nvSpPr>
        <p:spPr/>
        <p:txBody>
          <a:bodyPr/>
          <a:lstStyle/>
          <a:p>
            <a:pPr indent="-355600" algn="just" eaLnBrk="1" hangingPunct="1">
              <a:buSzPts val="2000"/>
              <a:buFont typeface="Helvetica" panose="020B0604020202020204" pitchFamily="34" charset="0"/>
              <a:buChar char="-"/>
            </a:pPr>
            <a:r>
              <a:rPr lang="en-US" altLang="en-US" sz="2000">
                <a:latin typeface="Verdana" panose="020B0604030504040204" pitchFamily="34" charset="0"/>
                <a:ea typeface="Verdana" panose="020B0604030504040204" pitchFamily="34" charset="0"/>
                <a:cs typeface="Verdana" panose="020B0604030504040204" pitchFamily="34" charset="0"/>
              </a:rPr>
              <a:t>Allow </a:t>
            </a:r>
            <a:r>
              <a:rPr lang="en-US" altLang="en-US" sz="2000" b="1">
                <a:latin typeface="Verdana" panose="020B0604030504040204" pitchFamily="34" charset="0"/>
                <a:ea typeface="Verdana" panose="020B0604030504040204" pitchFamily="34" charset="0"/>
                <a:cs typeface="Verdana" panose="020B0604030504040204" pitchFamily="34" charset="0"/>
              </a:rPr>
              <a:t>adding columns over time</a:t>
            </a:r>
            <a:r>
              <a:rPr lang="en-US" altLang="en-US" sz="2000">
                <a:latin typeface="Verdana" panose="020B0604030504040204" pitchFamily="34" charset="0"/>
                <a:ea typeface="Verdana" panose="020B0604030504040204" pitchFamily="34" charset="0"/>
                <a:cs typeface="Verdana" panose="020B0604030504040204" pitchFamily="34" charset="0"/>
              </a:rPr>
              <a:t> without having to worry about filling in default values for the existing rows for the new columns. </a:t>
            </a:r>
          </a:p>
          <a:p>
            <a:pPr indent="-355600" algn="just" eaLnBrk="1" hangingPunct="1">
              <a:spcBef>
                <a:spcPct val="0"/>
              </a:spcBef>
              <a:buSzPts val="2000"/>
              <a:buFont typeface="Helvetica" panose="020B0604020202020204" pitchFamily="34" charset="0"/>
              <a:buChar char="-"/>
            </a:pPr>
            <a:r>
              <a:rPr lang="en-US" altLang="en-US" sz="2000">
                <a:latin typeface="Verdana" panose="020B0604030504040204" pitchFamily="34" charset="0"/>
                <a:ea typeface="Verdana" panose="020B0604030504040204" pitchFamily="34" charset="0"/>
                <a:cs typeface="Verdana" panose="020B0604030504040204" pitchFamily="34" charset="0"/>
              </a:rPr>
              <a:t>This gives f</a:t>
            </a:r>
            <a:r>
              <a:rPr lang="en-US" altLang="en-US" sz="2000" b="1">
                <a:latin typeface="Verdana" panose="020B0604030504040204" pitchFamily="34" charset="0"/>
                <a:ea typeface="Verdana" panose="020B0604030504040204" pitchFamily="34" charset="0"/>
                <a:cs typeface="Verdana" panose="020B0604030504040204" pitchFamily="34" charset="0"/>
              </a:rPr>
              <a:t>lexibility in model and entity design</a:t>
            </a:r>
            <a:r>
              <a:rPr lang="en-US" altLang="en-US" sz="2000">
                <a:latin typeface="Verdana" panose="020B0604030504040204" pitchFamily="34" charset="0"/>
                <a:ea typeface="Verdana" panose="020B0604030504040204" pitchFamily="34" charset="0"/>
                <a:cs typeface="Verdana" panose="020B0604030504040204" pitchFamily="34" charset="0"/>
              </a:rPr>
              <a:t> allowing one to account for new columns in future for unforeseen scenarios and new requirements. </a:t>
            </a:r>
          </a:p>
          <a:p>
            <a:pPr indent="-355600" algn="just" eaLnBrk="1" hangingPunct="1">
              <a:spcBef>
                <a:spcPct val="0"/>
              </a:spcBef>
              <a:buSzPts val="2000"/>
              <a:buFont typeface="Helvetica" panose="020B0604020202020204" pitchFamily="34" charset="0"/>
              <a:buChar char="-"/>
            </a:pPr>
            <a:r>
              <a:rPr lang="en-US" altLang="en-US" sz="2000">
                <a:latin typeface="Verdana" panose="020B0604030504040204" pitchFamily="34" charset="0"/>
                <a:ea typeface="Verdana" panose="020B0604030504040204" pitchFamily="34" charset="0"/>
                <a:cs typeface="Verdana" panose="020B0604030504040204" pitchFamily="34" charset="0"/>
              </a:rPr>
              <a:t>Similarly, when new values are applied for either all rows at once or with same-column filters, these </a:t>
            </a:r>
            <a:r>
              <a:rPr lang="en-US" altLang="en-US" sz="2000" b="1">
                <a:latin typeface="Verdana" panose="020B0604030504040204" pitchFamily="34" charset="0"/>
                <a:ea typeface="Verdana" panose="020B0604030504040204" pitchFamily="34" charset="0"/>
                <a:cs typeface="Verdana" panose="020B0604030504040204" pitchFamily="34" charset="0"/>
              </a:rPr>
              <a:t>databases will allow partial data access without touching unrelated columns</a:t>
            </a:r>
            <a:r>
              <a:rPr lang="en-US" altLang="en-US" sz="2000">
                <a:latin typeface="Verdana" panose="020B0604030504040204" pitchFamily="34" charset="0"/>
                <a:ea typeface="Verdana" panose="020B0604030504040204" pitchFamily="34" charset="0"/>
                <a:cs typeface="Verdana" panose="020B0604030504040204" pitchFamily="34" charset="0"/>
              </a:rPr>
              <a:t> and be much faster in execution. </a:t>
            </a:r>
          </a:p>
          <a:p>
            <a:pPr indent="-355600" algn="just" eaLnBrk="1" hangingPunct="1">
              <a:spcBef>
                <a:spcPct val="0"/>
              </a:spcBef>
              <a:buSzPts val="2000"/>
              <a:buFont typeface="Helvetica" panose="020B0604020202020204" pitchFamily="34" charset="0"/>
              <a:buChar char="-"/>
            </a:pPr>
            <a:r>
              <a:rPr lang="en-US" altLang="en-US" sz="2000">
                <a:latin typeface="Verdana" panose="020B0604030504040204" pitchFamily="34" charset="0"/>
                <a:ea typeface="Verdana" panose="020B0604030504040204" pitchFamily="34" charset="0"/>
                <a:cs typeface="Verdana" panose="020B0604030504040204" pitchFamily="34" charset="0"/>
              </a:rPr>
              <a:t>Since columns will be of uniform type and mostly (except in cases of variable-length strings) of the same length, there are possibilities of </a:t>
            </a:r>
            <a:r>
              <a:rPr lang="en-US" altLang="en-US" sz="2000" b="1">
                <a:latin typeface="Verdana" panose="020B0604030504040204" pitchFamily="34" charset="0"/>
                <a:ea typeface="Verdana" panose="020B0604030504040204" pitchFamily="34" charset="0"/>
                <a:cs typeface="Verdana" panose="020B0604030504040204" pitchFamily="34" charset="0"/>
              </a:rPr>
              <a:t>efficient storage in terms of size</a:t>
            </a:r>
            <a:r>
              <a:rPr lang="en-US" altLang="en-US" sz="2000">
                <a:latin typeface="Verdana" panose="020B0604030504040204" pitchFamily="34" charset="0"/>
                <a:ea typeface="Verdana" panose="020B0604030504040204" pitchFamily="34" charset="0"/>
                <a:cs typeface="Verdana" panose="020B0604030504040204" pitchFamily="34" charset="0"/>
              </a:rPr>
              <a:t>. </a:t>
            </a:r>
          </a:p>
        </p:txBody>
      </p:sp>
      <p:sp>
        <p:nvSpPr>
          <p:cNvPr id="51204" name="Google Shape;468;g1f685ef6d38_0_681">
            <a:extLst>
              <a:ext uri="{FF2B5EF4-FFF2-40B4-BE49-F238E27FC236}">
                <a16:creationId xmlns:a16="http://schemas.microsoft.com/office/drawing/2014/main" id="{7A94D2A0-697A-9B3A-1067-DDDCDC4A615A}"/>
              </a:ext>
            </a:extLst>
          </p:cNvPr>
          <p:cNvSpPr>
            <a:spLocks noGrp="1" noChangeArrowheads="1"/>
          </p:cNvSpPr>
          <p:nvPr>
            <p:ph type="sldNum" sz="quarter" idx="10"/>
          </p:nvPr>
        </p:nvSpPr>
        <p:spPr>
          <a:noFill/>
        </p:spPr>
        <p:txBody>
          <a:bodyPr/>
          <a:lstStyle/>
          <a:p>
            <a:fld id="{B4BD7354-65D5-47B8-A08B-6148D9F2CD4D}" type="slidenum">
              <a:rPr lang="en-US" altLang="en-US"/>
              <a:pPr/>
              <a:t>34</a:t>
            </a:fld>
            <a:endParaRPr lang="en-US" altLang="en-US"/>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Google Shape;473;g1c19b22ece8_0_266">
            <a:extLst>
              <a:ext uri="{FF2B5EF4-FFF2-40B4-BE49-F238E27FC236}">
                <a16:creationId xmlns:a16="http://schemas.microsoft.com/office/drawing/2014/main" id="{442D9117-C956-2D18-40B8-94E56E0F48EC}"/>
              </a:ext>
            </a:extLst>
          </p:cNvPr>
          <p:cNvSpPr txBox="1">
            <a:spLocks noGrp="1" noChangeArrowheads="1"/>
          </p:cNvSpPr>
          <p:nvPr>
            <p:ph type="title"/>
          </p:nvPr>
        </p:nvSpPr>
        <p:spPr>
          <a:xfrm>
            <a:off x="430213" y="152400"/>
            <a:ext cx="8105775" cy="762000"/>
          </a:xfrm>
        </p:spPr>
        <p:txBody>
          <a:bodyPr anchor="ctr"/>
          <a:lstStyle/>
          <a:p>
            <a:pPr eaLnBrk="1" hangingPunct="1">
              <a:lnSpc>
                <a:spcPct val="90000"/>
              </a:lnSpc>
            </a:pPr>
            <a:r>
              <a:rPr lang="en-US" altLang="en-US" sz="3900">
                <a:latin typeface="Verdana" panose="020B0604030504040204" pitchFamily="34" charset="0"/>
                <a:ea typeface="Verdana" panose="020B0604030504040204" pitchFamily="34" charset="0"/>
                <a:cs typeface="Verdana" panose="020B0604030504040204" pitchFamily="34" charset="0"/>
              </a:rPr>
              <a:t>DOCUMENT</a:t>
            </a:r>
            <a:r>
              <a:rPr lang="en-US" altLang="en-US" sz="2800">
                <a:latin typeface="Garamond" panose="02020404030301010803" pitchFamily="18" charset="0"/>
                <a:ea typeface="Garamond" panose="02020404030301010803" pitchFamily="18" charset="0"/>
                <a:cs typeface="Garamond" panose="02020404030301010803" pitchFamily="18" charset="0"/>
                <a:sym typeface="Garamond" panose="02020404030301010803" pitchFamily="18" charset="0"/>
              </a:rPr>
              <a:t> </a:t>
            </a:r>
            <a:r>
              <a:rPr lang="en-US" altLang="en-US" sz="3900">
                <a:latin typeface="Verdana" panose="020B0604030504040204" pitchFamily="34" charset="0"/>
                <a:ea typeface="Verdana" panose="020B0604030504040204" pitchFamily="34" charset="0"/>
                <a:cs typeface="Verdana" panose="020B0604030504040204" pitchFamily="34" charset="0"/>
              </a:rPr>
              <a:t>DATABASES, JSON</a:t>
            </a:r>
          </a:p>
        </p:txBody>
      </p:sp>
      <p:sp>
        <p:nvSpPr>
          <p:cNvPr id="52227" name="Google Shape;474;g1c19b22ece8_0_266">
            <a:extLst>
              <a:ext uri="{FF2B5EF4-FFF2-40B4-BE49-F238E27FC236}">
                <a16:creationId xmlns:a16="http://schemas.microsoft.com/office/drawing/2014/main" id="{4D957562-DDE2-4474-6619-9972617FC4FA}"/>
              </a:ext>
            </a:extLst>
          </p:cNvPr>
          <p:cNvSpPr txBox="1">
            <a:spLocks noChangeArrowheads="1"/>
          </p:cNvSpPr>
          <p:nvPr/>
        </p:nvSpPr>
        <p:spPr bwMode="auto">
          <a:xfrm>
            <a:off x="1595438" y="1701800"/>
            <a:ext cx="534035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lstStyle/>
          <a:p>
            <a:pPr eaLnBrk="1">
              <a:lnSpc>
                <a:spcPct val="72000"/>
              </a:lnSpc>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_id: ObjectId("51156a1e056d6f966f268f81"),</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type: "Article",</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author: "Derick Rethans",</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title: "Introduction to Document Databases with MongoDB",</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date: ISODate("2013-04-24T16:26:31.911Z"),</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body: "This arti…"</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_id: ObjectId("51156a1e056d6f966f268f82"),</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type: "Book",</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author: "Derick Rethans",</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title: "php|architect's Guide to Date and Time Programming with PHP",</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        isbn: "978-0-9738621-5-7"</a:t>
            </a:r>
            <a:endParaRPr lang="en-US" altLang="en-US" sz="8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72000"/>
              </a:lnSpc>
              <a:spcBef>
                <a:spcPts val="700"/>
              </a:spcBef>
            </a:pPr>
            <a:r>
              <a:rPr lang="en-US" altLang="en-US" sz="1500">
                <a:latin typeface="Times New Roman" panose="02020603050405020304" pitchFamily="18" charset="0"/>
                <a:cs typeface="Times New Roman" panose="02020603050405020304" pitchFamily="18" charset="0"/>
                <a:sym typeface="Times New Roman" panose="02020603050405020304" pitchFamily="18" charset="0"/>
              </a:rPr>
              <a:t>}</a:t>
            </a:r>
          </a:p>
        </p:txBody>
      </p:sp>
      <p:sp>
        <p:nvSpPr>
          <p:cNvPr id="52228" name="Google Shape;475;g1c19b22ece8_0_266">
            <a:extLst>
              <a:ext uri="{FF2B5EF4-FFF2-40B4-BE49-F238E27FC236}">
                <a16:creationId xmlns:a16="http://schemas.microsoft.com/office/drawing/2014/main" id="{382E1881-5EAE-E753-1142-529FBA48723A}"/>
              </a:ext>
            </a:extLst>
          </p:cNvPr>
          <p:cNvSpPr>
            <a:spLocks noChangeShapeType="1"/>
          </p:cNvSpPr>
          <p:nvPr/>
        </p:nvSpPr>
        <p:spPr bwMode="auto">
          <a:xfrm flipH="1">
            <a:off x="4679950" y="4303713"/>
            <a:ext cx="3576638" cy="1501775"/>
          </a:xfrm>
          <a:prstGeom prst="line">
            <a:avLst/>
          </a:prstGeom>
          <a:noFill/>
          <a:ln w="38100">
            <a:solidFill>
              <a:srgbClr val="FF33CC"/>
            </a:solidFill>
            <a:round/>
            <a:headEnd/>
            <a:tailEnd type="triangle" w="med" len="med"/>
          </a:ln>
          <a:extLst>
            <a:ext uri="{909E8E84-426E-40DD-AFC4-6F175D3DCCD1}">
              <a14:hiddenFill xmlns:a14="http://schemas.microsoft.com/office/drawing/2010/main">
                <a:noFill/>
              </a14:hiddenFill>
            </a:ext>
          </a:extLst>
        </p:spPr>
        <p:txBody>
          <a:bodyPr lIns="45719" rIns="45719"/>
          <a:lstStyle/>
          <a:p>
            <a:endParaRPr lang="en-IN"/>
          </a:p>
        </p:txBody>
      </p:sp>
      <p:sp>
        <p:nvSpPr>
          <p:cNvPr id="52229" name="Google Shape;476;g1c19b22ece8_0_266">
            <a:extLst>
              <a:ext uri="{FF2B5EF4-FFF2-40B4-BE49-F238E27FC236}">
                <a16:creationId xmlns:a16="http://schemas.microsoft.com/office/drawing/2014/main" id="{6DEF9C26-C725-F2DF-0792-9251C3277BF8}"/>
              </a:ext>
            </a:extLst>
          </p:cNvPr>
          <p:cNvSpPr>
            <a:spLocks noChangeShapeType="1"/>
          </p:cNvSpPr>
          <p:nvPr/>
        </p:nvSpPr>
        <p:spPr bwMode="auto">
          <a:xfrm flipH="1" flipV="1">
            <a:off x="6027738" y="3560763"/>
            <a:ext cx="2212975" cy="742950"/>
          </a:xfrm>
          <a:prstGeom prst="line">
            <a:avLst/>
          </a:prstGeom>
          <a:noFill/>
          <a:ln w="38100">
            <a:solidFill>
              <a:srgbClr val="FF33CC"/>
            </a:solidFill>
            <a:round/>
            <a:headEnd/>
            <a:tailEnd type="triangle" w="med" len="med"/>
          </a:ln>
          <a:extLst>
            <a:ext uri="{909E8E84-426E-40DD-AFC4-6F175D3DCCD1}">
              <a14:hiddenFill xmlns:a14="http://schemas.microsoft.com/office/drawing/2010/main">
                <a:noFill/>
              </a14:hiddenFill>
            </a:ext>
          </a:extLst>
        </p:spPr>
        <p:txBody>
          <a:bodyPr lIns="45719" rIns="45719"/>
          <a:lstStyle/>
          <a:p>
            <a:endParaRPr lang="en-IN"/>
          </a:p>
        </p:txBody>
      </p:sp>
      <p:sp>
        <p:nvSpPr>
          <p:cNvPr id="52230" name="Google Shape;477;g1c19b22ece8_0_266">
            <a:extLst>
              <a:ext uri="{FF2B5EF4-FFF2-40B4-BE49-F238E27FC236}">
                <a16:creationId xmlns:a16="http://schemas.microsoft.com/office/drawing/2014/main" id="{FD9D3E72-822D-D07C-CEB3-BEF4D925F444}"/>
              </a:ext>
            </a:extLst>
          </p:cNvPr>
          <p:cNvSpPr txBox="1">
            <a:spLocks noChangeArrowheads="1"/>
          </p:cNvSpPr>
          <p:nvPr/>
        </p:nvSpPr>
        <p:spPr bwMode="auto">
          <a:xfrm>
            <a:off x="6894513" y="3560763"/>
            <a:ext cx="201771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eaLnBrk="1"/>
            <a:r>
              <a:rPr lang="en-US" altLang="en-US" b="1">
                <a:latin typeface="Verdana" panose="020B0604030504040204" pitchFamily="34" charset="0"/>
                <a:sym typeface="Verdana" panose="020B0604030504040204" pitchFamily="34" charset="0"/>
              </a:rPr>
              <a:t>Different Details</a:t>
            </a:r>
          </a:p>
        </p:txBody>
      </p:sp>
      <p:sp>
        <p:nvSpPr>
          <p:cNvPr id="2" name="Slide Number Placeholder 1">
            <a:extLst>
              <a:ext uri="{FF2B5EF4-FFF2-40B4-BE49-F238E27FC236}">
                <a16:creationId xmlns:a16="http://schemas.microsoft.com/office/drawing/2014/main" id="{BBBBD3C2-04D6-1CBA-33B0-1846B9068108}"/>
              </a:ext>
            </a:extLst>
          </p:cNvPr>
          <p:cNvSpPr>
            <a:spLocks noGrp="1"/>
          </p:cNvSpPr>
          <p:nvPr>
            <p:ph type="sldNum" sz="quarter" idx="10"/>
          </p:nvPr>
        </p:nvSpPr>
        <p:spPr/>
        <p:txBody>
          <a:bodyPr/>
          <a:lstStyle/>
          <a:p>
            <a:fld id="{E41E8F01-B894-4207-BB9D-200711BC0260}" type="slidenum">
              <a:rPr lang="en-US" altLang="en-US" smtClean="0"/>
              <a:pPr/>
              <a:t>35</a:t>
            </a:fld>
            <a:endParaRPr lang="en-US" altLang="en-US"/>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Google Shape;482;g1c19b22ece8_0_255">
            <a:extLst>
              <a:ext uri="{FF2B5EF4-FFF2-40B4-BE49-F238E27FC236}">
                <a16:creationId xmlns:a16="http://schemas.microsoft.com/office/drawing/2014/main" id="{7C24E824-6EC7-9A64-2890-CBED6EEAC4C0}"/>
              </a:ext>
            </a:extLst>
          </p:cNvPr>
          <p:cNvSpPr txBox="1">
            <a:spLocks noGrp="1"/>
          </p:cNvSpPr>
          <p:nvPr>
            <p:ph type="title"/>
          </p:nvPr>
        </p:nvSpPr>
        <p:spPr>
          <a:xfrm>
            <a:off x="430213" y="152400"/>
            <a:ext cx="7780337" cy="762000"/>
          </a:xfrm>
        </p:spPr>
        <p:txBody>
          <a:bodyPr anchor="ctr">
            <a:normAutofit/>
          </a:bodyPr>
          <a:lstStyle>
            <a:lvl1pPr defTabSz="841247">
              <a:lnSpc>
                <a:spcPct val="90000"/>
              </a:lnSpc>
              <a:defRPr sz="4416"/>
            </a:lvl1pPr>
          </a:lstStyle>
          <a:p>
            <a:pPr eaLnBrk="1" fontAlgn="auto" hangingPunct="1">
              <a:spcBef>
                <a:spcPts val="0"/>
              </a:spcBef>
              <a:spcAft>
                <a:spcPts val="0"/>
              </a:spcAft>
              <a:defRPr/>
            </a:pPr>
            <a:r>
              <a:rPr>
                <a:sym typeface="Verdana"/>
              </a:rPr>
              <a:t>DOCUMENT DATABASES </a:t>
            </a:r>
          </a:p>
        </p:txBody>
      </p:sp>
      <p:sp>
        <p:nvSpPr>
          <p:cNvPr id="53251" name="Google Shape;483;g1c19b22ece8_0_255">
            <a:extLst>
              <a:ext uri="{FF2B5EF4-FFF2-40B4-BE49-F238E27FC236}">
                <a16:creationId xmlns:a16="http://schemas.microsoft.com/office/drawing/2014/main" id="{CD409885-A35A-C088-4BED-E6ABDD4B5197}"/>
              </a:ext>
            </a:extLst>
          </p:cNvPr>
          <p:cNvSpPr txBox="1">
            <a:spLocks noGrp="1" noChangeArrowheads="1"/>
          </p:cNvSpPr>
          <p:nvPr>
            <p:ph type="body" idx="1"/>
          </p:nvPr>
        </p:nvSpPr>
        <p:spPr>
          <a:xfrm>
            <a:off x="565150" y="1312863"/>
            <a:ext cx="8108950" cy="5029200"/>
          </a:xfrm>
        </p:spPr>
        <p:txBody>
          <a:bodyPr/>
          <a:lstStyle/>
          <a:p>
            <a:pPr marL="182563" indent="-165100" eaLnBrk="1" hangingPunct="1">
              <a:lnSpc>
                <a:spcPct val="81000"/>
              </a:lnSpc>
              <a:spcBef>
                <a:spcPct val="0"/>
              </a:spcBef>
              <a:buSzPct val="57000"/>
            </a:pPr>
            <a:r>
              <a:rPr lang="en-US" altLang="en-US" sz="2500" b="1">
                <a:latin typeface="Verdana" panose="020B0604030504040204" pitchFamily="34" charset="0"/>
                <a:ea typeface="Verdana" panose="020B0604030504040204" pitchFamily="34" charset="0"/>
                <a:cs typeface="Verdana" panose="020B0604030504040204" pitchFamily="34" charset="0"/>
              </a:rPr>
              <a:t>Documents</a:t>
            </a:r>
            <a:r>
              <a:rPr lang="en-US" altLang="en-US" sz="2500">
                <a:latin typeface="Verdana" panose="020B0604030504040204" pitchFamily="34" charset="0"/>
                <a:ea typeface="Verdana" panose="020B0604030504040204" pitchFamily="34" charset="0"/>
                <a:cs typeface="Verdana" panose="020B0604030504040204" pitchFamily="34" charset="0"/>
              </a:rPr>
              <a:t> </a:t>
            </a:r>
          </a:p>
          <a:p>
            <a:pPr marL="457200" lvl="1" indent="-168275" eaLnBrk="1" hangingPunct="1">
              <a:lnSpc>
                <a:spcPct val="81000"/>
              </a:lnSpc>
              <a:spcBef>
                <a:spcPts val="400"/>
              </a:spcBef>
              <a:buSzPct val="59000"/>
            </a:pPr>
            <a:r>
              <a:rPr lang="en-US" altLang="en-US" sz="2200">
                <a:latin typeface="Verdana" panose="020B0604030504040204" pitchFamily="34" charset="0"/>
                <a:ea typeface="Verdana" panose="020B0604030504040204" pitchFamily="34" charset="0"/>
                <a:cs typeface="Verdana" panose="020B0604030504040204" pitchFamily="34" charset="0"/>
              </a:rPr>
              <a:t>Loosely structured sets of key/value pairs in documents, e.g., XML, JSON </a:t>
            </a:r>
          </a:p>
          <a:p>
            <a:pPr marL="457200" lvl="1" indent="-168275" eaLnBrk="1" hangingPunct="1">
              <a:lnSpc>
                <a:spcPct val="81000"/>
              </a:lnSpc>
              <a:spcBef>
                <a:spcPts val="600"/>
              </a:spcBef>
              <a:buSzPct val="59000"/>
            </a:pPr>
            <a:r>
              <a:rPr lang="en-US" altLang="en-US" sz="2200">
                <a:latin typeface="Verdana" panose="020B0604030504040204" pitchFamily="34" charset="0"/>
                <a:ea typeface="Verdana" panose="020B0604030504040204" pitchFamily="34" charset="0"/>
                <a:cs typeface="Verdana" panose="020B0604030504040204" pitchFamily="34" charset="0"/>
              </a:rPr>
              <a:t>Encapsulate and encode data in some standard formats or encodings </a:t>
            </a:r>
          </a:p>
          <a:p>
            <a:pPr marL="457200" lvl="1" indent="-168275" eaLnBrk="1" hangingPunct="1">
              <a:lnSpc>
                <a:spcPct val="81000"/>
              </a:lnSpc>
              <a:spcBef>
                <a:spcPts val="600"/>
              </a:spcBef>
              <a:buSzPct val="59000"/>
            </a:pPr>
            <a:r>
              <a:rPr lang="en-US" altLang="en-US" sz="2200">
                <a:latin typeface="Verdana" panose="020B0604030504040204" pitchFamily="34" charset="0"/>
                <a:ea typeface="Verdana" panose="020B0604030504040204" pitchFamily="34" charset="0"/>
                <a:cs typeface="Verdana" panose="020B0604030504040204" pitchFamily="34" charset="0"/>
              </a:rPr>
              <a:t>Are addressed in the database via a unique key </a:t>
            </a:r>
          </a:p>
          <a:p>
            <a:pPr marL="457200" lvl="1" indent="-168275" eaLnBrk="1" hangingPunct="1">
              <a:lnSpc>
                <a:spcPct val="81000"/>
              </a:lnSpc>
              <a:spcBef>
                <a:spcPts val="600"/>
              </a:spcBef>
              <a:buSzPct val="59000"/>
            </a:pPr>
            <a:r>
              <a:rPr lang="en-US" altLang="en-US" sz="2200">
                <a:latin typeface="Verdana" panose="020B0604030504040204" pitchFamily="34" charset="0"/>
                <a:ea typeface="Verdana" panose="020B0604030504040204" pitchFamily="34" charset="0"/>
                <a:cs typeface="Verdana" panose="020B0604030504040204" pitchFamily="34" charset="0"/>
              </a:rPr>
              <a:t>Documents are treated as a whole, avoiding splitting a document into its constituent name/value pairs </a:t>
            </a:r>
          </a:p>
          <a:p>
            <a:pPr marL="182563" indent="-165100" eaLnBrk="1" hangingPunct="1">
              <a:lnSpc>
                <a:spcPct val="81000"/>
              </a:lnSpc>
              <a:spcBef>
                <a:spcPts val="1400"/>
              </a:spcBef>
              <a:buSzPct val="57000"/>
            </a:pPr>
            <a:r>
              <a:rPr lang="en-US" altLang="en-US" sz="2500">
                <a:latin typeface="Verdana" panose="020B0604030504040204" pitchFamily="34" charset="0"/>
                <a:ea typeface="Verdana" panose="020B0604030504040204" pitchFamily="34" charset="0"/>
                <a:cs typeface="Verdana" panose="020B0604030504040204" pitchFamily="34" charset="0"/>
              </a:rPr>
              <a:t>Allow documents retrieving by keys or contents </a:t>
            </a:r>
          </a:p>
          <a:p>
            <a:pPr marL="182563" indent="-165100" eaLnBrk="1" hangingPunct="1">
              <a:lnSpc>
                <a:spcPct val="81000"/>
              </a:lnSpc>
              <a:spcBef>
                <a:spcPts val="1200"/>
              </a:spcBef>
              <a:buSzPct val="57000"/>
            </a:pPr>
            <a:r>
              <a:rPr lang="en-US" altLang="en-US" sz="2500">
                <a:latin typeface="Verdana" panose="020B0604030504040204" pitchFamily="34" charset="0"/>
                <a:ea typeface="Verdana" panose="020B0604030504040204" pitchFamily="34" charset="0"/>
                <a:cs typeface="Verdana" panose="020B0604030504040204" pitchFamily="34" charset="0"/>
              </a:rPr>
              <a:t>Notable for: </a:t>
            </a:r>
          </a:p>
          <a:p>
            <a:pPr marL="457200" lvl="1" indent="-168275" eaLnBrk="1" hangingPunct="1">
              <a:lnSpc>
                <a:spcPct val="81000"/>
              </a:lnSpc>
              <a:spcBef>
                <a:spcPts val="400"/>
              </a:spcBef>
              <a:buSzPct val="59000"/>
            </a:pPr>
            <a:r>
              <a:rPr lang="en-US" altLang="en-US" sz="2200">
                <a:latin typeface="Verdana" panose="020B0604030504040204" pitchFamily="34" charset="0"/>
                <a:ea typeface="Verdana" panose="020B0604030504040204" pitchFamily="34" charset="0"/>
                <a:cs typeface="Verdana" panose="020B0604030504040204" pitchFamily="34" charset="0"/>
              </a:rPr>
              <a:t>MongoDB (used in FourSquare, Github, and more) </a:t>
            </a:r>
          </a:p>
          <a:p>
            <a:pPr marL="457200" lvl="1" indent="-168275" eaLnBrk="1" hangingPunct="1">
              <a:lnSpc>
                <a:spcPct val="81000"/>
              </a:lnSpc>
              <a:spcBef>
                <a:spcPts val="600"/>
              </a:spcBef>
              <a:buSzPct val="59000"/>
            </a:pPr>
            <a:r>
              <a:rPr lang="en-US" altLang="en-US" sz="2200">
                <a:latin typeface="Verdana" panose="020B0604030504040204" pitchFamily="34" charset="0"/>
                <a:ea typeface="Verdana" panose="020B0604030504040204" pitchFamily="34" charset="0"/>
                <a:cs typeface="Verdana" panose="020B0604030504040204" pitchFamily="34" charset="0"/>
              </a:rPr>
              <a:t>CouchDB (used in Apple, BBC, Canonical, Cern, and more)</a:t>
            </a:r>
          </a:p>
        </p:txBody>
      </p:sp>
      <p:sp>
        <p:nvSpPr>
          <p:cNvPr id="2" name="Slide Number Placeholder 1">
            <a:extLst>
              <a:ext uri="{FF2B5EF4-FFF2-40B4-BE49-F238E27FC236}">
                <a16:creationId xmlns:a16="http://schemas.microsoft.com/office/drawing/2014/main" id="{E71A27AA-D826-F895-BEA7-4531F690D805}"/>
              </a:ext>
            </a:extLst>
          </p:cNvPr>
          <p:cNvSpPr>
            <a:spLocks noGrp="1"/>
          </p:cNvSpPr>
          <p:nvPr>
            <p:ph type="sldNum" sz="quarter" idx="10"/>
          </p:nvPr>
        </p:nvSpPr>
        <p:spPr/>
        <p:txBody>
          <a:bodyPr/>
          <a:lstStyle/>
          <a:p>
            <a:fld id="{E41E8F01-B894-4207-BB9D-200711BC0260}" type="slidenum">
              <a:rPr lang="en-US" altLang="en-US" smtClean="0"/>
              <a:pPr/>
              <a:t>36</a:t>
            </a:fld>
            <a:endParaRPr lang="en-US" altLang="en-US"/>
          </a:p>
        </p:txBody>
      </p:sp>
    </p:spTree>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Google Shape;488;g1c19b22ece8_0_260">
            <a:extLst>
              <a:ext uri="{FF2B5EF4-FFF2-40B4-BE49-F238E27FC236}">
                <a16:creationId xmlns:a16="http://schemas.microsoft.com/office/drawing/2014/main" id="{0E8A9CA8-C84B-4121-89C0-99BE8B789391}"/>
              </a:ext>
            </a:extLst>
          </p:cNvPr>
          <p:cNvSpPr txBox="1">
            <a:spLocks noGrp="1"/>
          </p:cNvSpPr>
          <p:nvPr>
            <p:ph type="body" idx="1"/>
          </p:nvPr>
        </p:nvSpPr>
        <p:spPr>
          <a:xfrm>
            <a:off x="361950" y="1470025"/>
            <a:ext cx="8669338" cy="4846638"/>
          </a:xfrm>
        </p:spPr>
        <p:txBody>
          <a:bodyPr>
            <a:normAutofit/>
          </a:bodyPr>
          <a:lstStyle/>
          <a:p>
            <a:pPr marL="175564" indent="-218236" algn="just" defTabSz="877823" eaLnBrk="1" fontAlgn="auto" hangingPunct="1">
              <a:lnSpc>
                <a:spcPct val="90000"/>
              </a:lnSpc>
              <a:spcBef>
                <a:spcPts val="0"/>
              </a:spcBef>
              <a:spcAft>
                <a:spcPts val="0"/>
              </a:spcAft>
              <a:buSzPts val="2300"/>
              <a:buFont typeface="Helvetica"/>
              <a:buChar char="□"/>
              <a:defRPr sz="2304"/>
            </a:pPr>
            <a:r>
              <a:rPr sz="2304">
                <a:sym typeface="Verdana"/>
              </a:rPr>
              <a:t>The central concept is the notion of a "</a:t>
            </a:r>
            <a:r>
              <a:rPr sz="2304" b="1">
                <a:solidFill>
                  <a:schemeClr val="accent2"/>
                </a:solidFill>
                <a:sym typeface="Verdana"/>
              </a:rPr>
              <a:t>document“ which corresponds to a row in RDBMS.</a:t>
            </a:r>
          </a:p>
          <a:p>
            <a:pPr marL="175564" indent="-218236" algn="just" defTabSz="877823" eaLnBrk="1" fontAlgn="auto" hangingPunct="1">
              <a:lnSpc>
                <a:spcPct val="90000"/>
              </a:lnSpc>
              <a:spcBef>
                <a:spcPts val="1100"/>
              </a:spcBef>
              <a:spcAft>
                <a:spcPts val="0"/>
              </a:spcAft>
              <a:buSzPts val="2300"/>
              <a:buFont typeface="Helvetica"/>
              <a:buChar char="□"/>
              <a:defRPr sz="2304"/>
            </a:pPr>
            <a:r>
              <a:rPr sz="2304">
                <a:sym typeface="Verdana"/>
              </a:rPr>
              <a:t>A document comes in some standard formats like </a:t>
            </a:r>
            <a:r>
              <a:rPr sz="2304" b="1">
                <a:solidFill>
                  <a:schemeClr val="accent2"/>
                </a:solidFill>
                <a:sym typeface="Verdana"/>
              </a:rPr>
              <a:t>JSON (BSON)</a:t>
            </a:r>
            <a:r>
              <a:rPr sz="2304">
                <a:sym typeface="Verdana"/>
              </a:rPr>
              <a:t>. </a:t>
            </a:r>
          </a:p>
          <a:p>
            <a:pPr marL="175564" indent="-218236" algn="just" defTabSz="877823" eaLnBrk="1" fontAlgn="auto" hangingPunct="1">
              <a:lnSpc>
                <a:spcPct val="90000"/>
              </a:lnSpc>
              <a:spcBef>
                <a:spcPts val="1100"/>
              </a:spcBef>
              <a:spcAft>
                <a:spcPts val="0"/>
              </a:spcAft>
              <a:buSzPts val="2300"/>
              <a:buFont typeface="Helvetica"/>
              <a:buChar char="□"/>
              <a:defRPr sz="2304"/>
            </a:pPr>
            <a:r>
              <a:rPr sz="2304">
                <a:sym typeface="Verdana"/>
              </a:rPr>
              <a:t>Documents are addressed in the database via a </a:t>
            </a:r>
            <a:r>
              <a:rPr sz="2304" b="1">
                <a:solidFill>
                  <a:schemeClr val="accent2"/>
                </a:solidFill>
                <a:sym typeface="Verdana"/>
              </a:rPr>
              <a:t>unique </a:t>
            </a:r>
            <a:r>
              <a:rPr sz="2304" b="1" i="1">
                <a:solidFill>
                  <a:schemeClr val="accent2"/>
                </a:solidFill>
                <a:sym typeface="Verdana"/>
              </a:rPr>
              <a:t>key</a:t>
            </a:r>
            <a:r>
              <a:rPr sz="2304">
                <a:sym typeface="Verdana"/>
              </a:rPr>
              <a:t> that represents that document.</a:t>
            </a:r>
          </a:p>
          <a:p>
            <a:pPr marL="175564" indent="-218236" algn="just" defTabSz="877823" eaLnBrk="1" fontAlgn="auto" hangingPunct="1">
              <a:lnSpc>
                <a:spcPct val="90000"/>
              </a:lnSpc>
              <a:spcBef>
                <a:spcPts val="1100"/>
              </a:spcBef>
              <a:spcAft>
                <a:spcPts val="0"/>
              </a:spcAft>
              <a:buSzPts val="2300"/>
              <a:buFont typeface="Helvetica"/>
              <a:buChar char="□"/>
              <a:defRPr sz="2304"/>
            </a:pPr>
            <a:r>
              <a:rPr sz="2304">
                <a:sym typeface="Verdana"/>
              </a:rPr>
              <a:t>The database offers an API or query language that retrieves documents based on their contents.</a:t>
            </a:r>
          </a:p>
          <a:p>
            <a:pPr marL="175564" indent="-218236" algn="just" defTabSz="877823" eaLnBrk="1" fontAlgn="auto" hangingPunct="1">
              <a:lnSpc>
                <a:spcPct val="90000"/>
              </a:lnSpc>
              <a:spcBef>
                <a:spcPts val="1100"/>
              </a:spcBef>
              <a:spcAft>
                <a:spcPts val="0"/>
              </a:spcAft>
              <a:buSzPts val="2300"/>
              <a:buFont typeface="Helvetica"/>
              <a:buChar char="□"/>
              <a:defRPr sz="2304"/>
            </a:pPr>
            <a:r>
              <a:rPr sz="2304">
                <a:sym typeface="Verdana"/>
              </a:rPr>
              <a:t>Documents are </a:t>
            </a:r>
            <a:r>
              <a:rPr sz="2304" b="1">
                <a:sym typeface="Verdana"/>
              </a:rPr>
              <a:t>schema free</a:t>
            </a:r>
            <a:r>
              <a:rPr sz="2304">
                <a:sym typeface="Verdana"/>
              </a:rPr>
              <a:t>, i.e., different documents can have structures and schema that differ from one another. (An RDBMS requires that each row contain the same columns.)</a:t>
            </a:r>
          </a:p>
        </p:txBody>
      </p:sp>
      <p:sp>
        <p:nvSpPr>
          <p:cNvPr id="54275" name="Google Shape;489;g1c19b22ece8_0_260">
            <a:extLst>
              <a:ext uri="{FF2B5EF4-FFF2-40B4-BE49-F238E27FC236}">
                <a16:creationId xmlns:a16="http://schemas.microsoft.com/office/drawing/2014/main" id="{36F8A4D5-1F1B-DB97-7D0E-BC3D7822EA5C}"/>
              </a:ext>
            </a:extLst>
          </p:cNvPr>
          <p:cNvSpPr>
            <a:spLocks noGrp="1" noChangeArrowheads="1"/>
          </p:cNvSpPr>
          <p:nvPr>
            <p:ph type="sldNum" sz="quarter" idx="10"/>
          </p:nvPr>
        </p:nvSpPr>
        <p:spPr>
          <a:xfrm>
            <a:off x="6127750" y="6429375"/>
            <a:ext cx="273050" cy="263525"/>
          </a:xfrm>
          <a:noFill/>
        </p:spPr>
        <p:txBody>
          <a:bodyPr anchor="ctr"/>
          <a:lstStyle/>
          <a:p>
            <a:fld id="{C5E737CA-B629-4171-8899-1B5B5F13EAD7}" type="slidenum">
              <a:rPr lang="en-US" altLang="en-US"/>
              <a:pPr/>
              <a:t>37</a:t>
            </a:fld>
            <a:endParaRPr lang="en-US" altLang="en-US"/>
          </a:p>
        </p:txBody>
      </p:sp>
      <p:sp>
        <p:nvSpPr>
          <p:cNvPr id="449" name="Google Shape;490;g1c19b22ece8_0_260">
            <a:extLst>
              <a:ext uri="{FF2B5EF4-FFF2-40B4-BE49-F238E27FC236}">
                <a16:creationId xmlns:a16="http://schemas.microsoft.com/office/drawing/2014/main" id="{F86D27CD-7FAF-92EC-D34C-3B3A21D33D94}"/>
              </a:ext>
            </a:extLst>
          </p:cNvPr>
          <p:cNvSpPr txBox="1">
            <a:spLocks noGrp="1"/>
          </p:cNvSpPr>
          <p:nvPr>
            <p:ph type="title"/>
          </p:nvPr>
        </p:nvSpPr>
        <p:spPr>
          <a:xfrm>
            <a:off x="430213" y="152400"/>
            <a:ext cx="7780337" cy="762000"/>
          </a:xfrm>
        </p:spPr>
        <p:txBody>
          <a:bodyPr anchor="ctr">
            <a:normAutofit/>
          </a:bodyPr>
          <a:lstStyle>
            <a:lvl1pPr defTabSz="841247">
              <a:lnSpc>
                <a:spcPct val="90000"/>
              </a:lnSpc>
              <a:defRPr sz="4416"/>
            </a:lvl1pPr>
          </a:lstStyle>
          <a:p>
            <a:pPr eaLnBrk="1" fontAlgn="auto" hangingPunct="1">
              <a:spcBef>
                <a:spcPts val="0"/>
              </a:spcBef>
              <a:spcAft>
                <a:spcPts val="0"/>
              </a:spcAft>
              <a:defRPr/>
            </a:pPr>
            <a:r>
              <a:rPr>
                <a:sym typeface="Verdana"/>
              </a:rPr>
              <a:t>DOCUMENT DATABASES </a:t>
            </a: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Google Shape;495;g1f685ef6d38_0_715">
            <a:extLst>
              <a:ext uri="{FF2B5EF4-FFF2-40B4-BE49-F238E27FC236}">
                <a16:creationId xmlns:a16="http://schemas.microsoft.com/office/drawing/2014/main" id="{7123F85C-96CC-18BC-A1D9-B6DF9CF87A9F}"/>
              </a:ext>
            </a:extLst>
          </p:cNvPr>
          <p:cNvSpPr>
            <a:spLocks noGrp="1" noChangeArrowheads="1"/>
          </p:cNvSpPr>
          <p:nvPr>
            <p:ph type="sldNum" sz="quarter" idx="10"/>
          </p:nvPr>
        </p:nvSpPr>
        <p:spPr>
          <a:xfrm>
            <a:off x="6127750" y="6429375"/>
            <a:ext cx="273050" cy="263525"/>
          </a:xfrm>
          <a:noFill/>
        </p:spPr>
        <p:txBody>
          <a:bodyPr anchor="ctr"/>
          <a:lstStyle/>
          <a:p>
            <a:fld id="{38E357C5-9F31-4ECC-86F6-F44E60151515}" type="slidenum">
              <a:rPr lang="en-US" altLang="en-US"/>
              <a:pPr/>
              <a:t>38</a:t>
            </a:fld>
            <a:endParaRPr lang="en-US" altLang="en-US"/>
          </a:p>
        </p:txBody>
      </p:sp>
      <p:sp>
        <p:nvSpPr>
          <p:cNvPr id="55299" name="Google Shape;496;g1f685ef6d38_0_715">
            <a:extLst>
              <a:ext uri="{FF2B5EF4-FFF2-40B4-BE49-F238E27FC236}">
                <a16:creationId xmlns:a16="http://schemas.microsoft.com/office/drawing/2014/main" id="{08F94F04-E6AB-50AC-7B63-9A9B7F7036C1}"/>
              </a:ext>
            </a:extLst>
          </p:cNvPr>
          <p:cNvSpPr txBox="1">
            <a:spLocks noGrp="1" noChangeArrowheads="1"/>
          </p:cNvSpPr>
          <p:nvPr>
            <p:ph type="title"/>
          </p:nvPr>
        </p:nvSpPr>
        <p:spPr>
          <a:xfrm>
            <a:off x="430213" y="152400"/>
            <a:ext cx="7780337" cy="762000"/>
          </a:xfrm>
        </p:spPr>
        <p:txBody>
          <a:bodyPr anchor="ctr"/>
          <a:lstStyle/>
          <a:p>
            <a:pPr eaLnBrk="1" hangingPunct="1">
              <a:lnSpc>
                <a:spcPct val="90000"/>
              </a:lnSpc>
            </a:pPr>
            <a:r>
              <a:rPr lang="en-US" altLang="en-US" sz="3000">
                <a:latin typeface="Verdana" panose="020B0604030504040204" pitchFamily="34" charset="0"/>
                <a:ea typeface="Verdana" panose="020B0604030504040204" pitchFamily="34" charset="0"/>
                <a:cs typeface="Verdana" panose="020B0604030504040204" pitchFamily="34" charset="0"/>
              </a:rPr>
              <a:t>DOCUMENT DATABASES - Advantages</a:t>
            </a:r>
          </a:p>
        </p:txBody>
      </p:sp>
      <p:sp>
        <p:nvSpPr>
          <p:cNvPr id="453" name="Google Shape;497;g1f685ef6d38_0_715">
            <a:extLst>
              <a:ext uri="{FF2B5EF4-FFF2-40B4-BE49-F238E27FC236}">
                <a16:creationId xmlns:a16="http://schemas.microsoft.com/office/drawing/2014/main" id="{CB495B03-9742-9B54-675C-8083635553DB}"/>
              </a:ext>
            </a:extLst>
          </p:cNvPr>
          <p:cNvSpPr txBox="1"/>
          <p:nvPr/>
        </p:nvSpPr>
        <p:spPr>
          <a:xfrm>
            <a:off x="144463" y="1625600"/>
            <a:ext cx="8375650" cy="5148263"/>
          </a:xfrm>
          <a:prstGeom prst="rect">
            <a:avLst/>
          </a:prstGeom>
          <a:ln w="12700">
            <a:miter lim="400000"/>
          </a:ln>
        </p:spPr>
        <p:txBody>
          <a:bodyPr lIns="91424" tIns="91424" rIns="91424" bIns="91424">
            <a:spAutoFit/>
          </a:bodyPr>
          <a:lstStyle/>
          <a:p>
            <a:pPr marL="457200" indent="-336550" eaLnBrk="1" fontAlgn="auto">
              <a:spcBef>
                <a:spcPts val="0"/>
              </a:spcBef>
              <a:spcAft>
                <a:spcPts val="0"/>
              </a:spcAft>
              <a:buClr>
                <a:srgbClr val="000000"/>
              </a:buClr>
              <a:buSzPts val="1700"/>
              <a:buFont typeface="Verdana"/>
              <a:buChar char="-"/>
              <a:defRPr sz="1700" b="1">
                <a:latin typeface="Verdana"/>
                <a:ea typeface="Verdana"/>
                <a:cs typeface="Verdana"/>
                <a:sym typeface="Verdana"/>
              </a:defRPr>
            </a:pPr>
            <a:r>
              <a:rPr sz="1700" b="1" kern="0">
                <a:latin typeface="Verdana"/>
                <a:ea typeface="Verdana"/>
                <a:cs typeface="Verdana"/>
                <a:sym typeface="Verdana"/>
              </a:rPr>
              <a:t>content is schemaless, or at best loosely defined.</a:t>
            </a:r>
            <a:r>
              <a:rPr sz="1700" kern="0">
                <a:latin typeface="Verdana"/>
                <a:ea typeface="Verdana"/>
                <a:cs typeface="Verdana"/>
                <a:sym typeface="Verdana"/>
              </a:rPr>
              <a:t> This is very useful in web-based applications where there is a need for storing different types of content that may evolve over time. </a:t>
            </a:r>
          </a:p>
          <a:p>
            <a:pPr marL="914400" lvl="1" indent="-336550" eaLnBrk="1" fontAlgn="auto">
              <a:spcBef>
                <a:spcPts val="0"/>
              </a:spcBef>
              <a:spcAft>
                <a:spcPts val="0"/>
              </a:spcAft>
              <a:buClr>
                <a:srgbClr val="000000"/>
              </a:buClr>
              <a:buSzPts val="1700"/>
              <a:buFont typeface="Verdana"/>
              <a:buChar char="-"/>
              <a:defRPr sz="1700">
                <a:latin typeface="Verdana"/>
                <a:ea typeface="Verdana"/>
                <a:cs typeface="Verdana"/>
                <a:sym typeface="Verdana"/>
              </a:defRPr>
            </a:pPr>
            <a:r>
              <a:rPr sz="1700" kern="0">
                <a:latin typeface="Verdana"/>
                <a:ea typeface="Verdana"/>
                <a:cs typeface="Verdana"/>
                <a:sym typeface="Verdana"/>
              </a:rPr>
              <a:t>For example, for a grocery store, information about the users, inventory and orders can be stored as simple JSON or XML documents.</a:t>
            </a:r>
          </a:p>
          <a:p>
            <a:pPr marL="457200" indent="-336550" eaLnBrk="1" fontAlgn="auto">
              <a:spcBef>
                <a:spcPts val="0"/>
              </a:spcBef>
              <a:spcAft>
                <a:spcPts val="0"/>
              </a:spcAft>
              <a:buClr>
                <a:srgbClr val="000000"/>
              </a:buClr>
              <a:buSzPts val="1700"/>
              <a:buFont typeface="Verdana"/>
              <a:buChar char="-"/>
              <a:defRPr sz="1700">
                <a:latin typeface="Verdana"/>
                <a:ea typeface="Verdana"/>
                <a:cs typeface="Verdana"/>
                <a:sym typeface="Verdana"/>
              </a:defRPr>
            </a:pPr>
            <a:r>
              <a:rPr sz="1700" kern="0">
                <a:latin typeface="Verdana"/>
                <a:ea typeface="Verdana"/>
                <a:cs typeface="Verdana"/>
                <a:sym typeface="Verdana"/>
              </a:rPr>
              <a:t>it may or may not be possible to </a:t>
            </a:r>
            <a:r>
              <a:rPr sz="1700" b="1" kern="0">
                <a:latin typeface="Verdana"/>
                <a:ea typeface="Verdana"/>
                <a:cs typeface="Verdana"/>
                <a:sym typeface="Verdana"/>
              </a:rPr>
              <a:t>retrieve or update a record partially. </a:t>
            </a:r>
            <a:r>
              <a:rPr sz="1700" kern="0">
                <a:latin typeface="Verdana"/>
                <a:ea typeface="Verdana"/>
                <a:cs typeface="Verdana"/>
                <a:sym typeface="Verdana"/>
              </a:rPr>
              <a:t>If it is possible to do so, there is a great advantage.</a:t>
            </a:r>
          </a:p>
          <a:p>
            <a:pPr marL="457200" indent="-336550" eaLnBrk="1" fontAlgn="auto">
              <a:spcBef>
                <a:spcPts val="0"/>
              </a:spcBef>
              <a:spcAft>
                <a:spcPts val="0"/>
              </a:spcAft>
              <a:buClr>
                <a:srgbClr val="000000"/>
              </a:buClr>
              <a:buSzPts val="1700"/>
              <a:buFont typeface="Verdana"/>
              <a:buChar char="-"/>
              <a:defRPr sz="1700" b="1">
                <a:latin typeface="Verdana"/>
                <a:ea typeface="Verdana"/>
                <a:cs typeface="Verdana"/>
                <a:sym typeface="Verdana"/>
              </a:defRPr>
            </a:pPr>
            <a:r>
              <a:rPr sz="1700" b="1" kern="0">
                <a:latin typeface="Verdana"/>
                <a:ea typeface="Verdana"/>
                <a:cs typeface="Verdana"/>
                <a:sym typeface="Verdana"/>
              </a:rPr>
              <a:t>Searching across multiple entity types is far more trivial </a:t>
            </a:r>
            <a:r>
              <a:rPr sz="1700" kern="0">
                <a:latin typeface="Verdana"/>
                <a:ea typeface="Verdana"/>
                <a:cs typeface="Verdana"/>
                <a:sym typeface="Verdana"/>
              </a:rPr>
              <a:t>compared to doing so in traditional RDBMS or even in column-oriented databases. Because, now, there is no concept of tables —which is essentially nothing more than a schema definition—one can query across the records, irrespective of the underlying content or schema or in other words, </a:t>
            </a:r>
            <a:r>
              <a:rPr sz="1700" b="1" kern="0">
                <a:latin typeface="Verdana"/>
                <a:ea typeface="Verdana"/>
                <a:cs typeface="Verdana"/>
                <a:sym typeface="Verdana"/>
              </a:rPr>
              <a:t>the query is directly against the entire database</a:t>
            </a:r>
          </a:p>
          <a:p>
            <a:pPr marL="457200" indent="-330200" eaLnBrk="1" fontAlgn="auto">
              <a:spcBef>
                <a:spcPts val="0"/>
              </a:spcBef>
              <a:spcAft>
                <a:spcPts val="0"/>
              </a:spcAft>
              <a:buClr>
                <a:srgbClr val="000000"/>
              </a:buClr>
              <a:buSzPts val="1600"/>
              <a:buFont typeface="Verdana"/>
              <a:buChar char="-"/>
              <a:defRPr sz="1600" b="1">
                <a:latin typeface="Verdana"/>
                <a:ea typeface="Verdana"/>
                <a:cs typeface="Verdana"/>
                <a:sym typeface="Verdana"/>
              </a:defRPr>
            </a:pPr>
            <a:r>
              <a:rPr sz="1600" b="1" kern="0">
                <a:latin typeface="Verdana"/>
                <a:ea typeface="Verdana"/>
                <a:cs typeface="Verdana"/>
                <a:sym typeface="Verdana"/>
              </a:rPr>
              <a:t>JSON-based stores are easy to define what can be  called as projections .</a:t>
            </a:r>
            <a:r>
              <a:rPr sz="1600" kern="0">
                <a:latin typeface="Verdana"/>
                <a:ea typeface="Verdana"/>
                <a:cs typeface="Verdana"/>
                <a:sym typeface="Verdana"/>
              </a:rPr>
              <a:t> Each top-level key for the JSON object may be the entity's projection across other parts of the system thereby allowing the schema to evolve over time with </a:t>
            </a:r>
            <a:r>
              <a:rPr sz="1600" b="1" kern="0">
                <a:latin typeface="Verdana"/>
                <a:ea typeface="Verdana"/>
                <a:cs typeface="Verdana"/>
                <a:sym typeface="Verdana"/>
              </a:rPr>
              <a:t>backward compatibility.</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Google Shape;503;g1f685ef6d38_0_730">
            <a:extLst>
              <a:ext uri="{FF2B5EF4-FFF2-40B4-BE49-F238E27FC236}">
                <a16:creationId xmlns:a16="http://schemas.microsoft.com/office/drawing/2014/main" id="{09786568-B998-5823-F106-8BFBBB27C0CF}"/>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Example: MongoDB</a:t>
            </a:r>
          </a:p>
        </p:txBody>
      </p:sp>
      <p:sp>
        <p:nvSpPr>
          <p:cNvPr id="456" name="Google Shape;504;g1f685ef6d38_0_730">
            <a:extLst>
              <a:ext uri="{FF2B5EF4-FFF2-40B4-BE49-F238E27FC236}">
                <a16:creationId xmlns:a16="http://schemas.microsoft.com/office/drawing/2014/main" id="{1473ECEA-AF4D-4673-78DB-65EBB3AE5159}"/>
              </a:ext>
            </a:extLst>
          </p:cNvPr>
          <p:cNvSpPr txBox="1">
            <a:spLocks noGrp="1"/>
          </p:cNvSpPr>
          <p:nvPr>
            <p:ph type="body" idx="1"/>
          </p:nvPr>
        </p:nvSpPr>
        <p:spPr/>
        <p:txBody>
          <a:bodyPr>
            <a:normAutofit/>
          </a:bodyPr>
          <a:lstStyle/>
          <a:p>
            <a:pPr eaLnBrk="1" fontAlgn="auto" hangingPunct="1">
              <a:spcAft>
                <a:spcPts val="0"/>
              </a:spcAft>
              <a:buFont typeface="Helvetica"/>
              <a:buChar char="-"/>
              <a:defRPr/>
            </a:pPr>
            <a:r>
              <a:rPr>
                <a:sym typeface="Verdana"/>
              </a:rPr>
              <a:t>create a collection</a:t>
            </a:r>
          </a:p>
          <a:p>
            <a:pPr marL="0" indent="0" eaLnBrk="1" fontAlgn="auto" hangingPunct="1">
              <a:spcAft>
                <a:spcPts val="0"/>
              </a:spcAft>
              <a:buSzTx/>
              <a:buFont typeface="Helvetica"/>
              <a:buNone/>
              <a:defRPr/>
            </a:pPr>
            <a:endParaRPr>
              <a:sym typeface="Verdana"/>
            </a:endParaRPr>
          </a:p>
          <a:p>
            <a:pPr eaLnBrk="1" fontAlgn="auto" hangingPunct="1">
              <a:spcAft>
                <a:spcPts val="0"/>
              </a:spcAft>
              <a:buFont typeface="Helvetica"/>
              <a:buChar char="-"/>
              <a:defRPr/>
            </a:pPr>
            <a:r>
              <a:rPr>
                <a:sym typeface="Verdana"/>
              </a:rPr>
              <a:t> Inserting a record into userprofile collection</a:t>
            </a:r>
          </a:p>
        </p:txBody>
      </p:sp>
      <p:sp>
        <p:nvSpPr>
          <p:cNvPr id="56324" name="Google Shape;505;g1f685ef6d38_0_730">
            <a:extLst>
              <a:ext uri="{FF2B5EF4-FFF2-40B4-BE49-F238E27FC236}">
                <a16:creationId xmlns:a16="http://schemas.microsoft.com/office/drawing/2014/main" id="{5E4A7AAC-85BD-103A-905B-EF88DDB1F01C}"/>
              </a:ext>
            </a:extLst>
          </p:cNvPr>
          <p:cNvSpPr>
            <a:spLocks noGrp="1" noChangeArrowheads="1"/>
          </p:cNvSpPr>
          <p:nvPr>
            <p:ph type="sldNum" sz="quarter" idx="10"/>
          </p:nvPr>
        </p:nvSpPr>
        <p:spPr>
          <a:noFill/>
        </p:spPr>
        <p:txBody>
          <a:bodyPr/>
          <a:lstStyle/>
          <a:p>
            <a:fld id="{F03D5C06-003C-479E-9F62-191B9F50F1A5}" type="slidenum">
              <a:rPr lang="en-US" altLang="en-US"/>
              <a:pPr/>
              <a:t>39</a:t>
            </a:fld>
            <a:endParaRPr lang="en-US" altLang="en-US"/>
          </a:p>
        </p:txBody>
      </p:sp>
      <p:pic>
        <p:nvPicPr>
          <p:cNvPr id="56325" name="Google Shape;506;g1f685ef6d38_0_730" descr="Google Shape;506;g1f685ef6d38_0_730">
            <a:extLst>
              <a:ext uri="{FF2B5EF4-FFF2-40B4-BE49-F238E27FC236}">
                <a16:creationId xmlns:a16="http://schemas.microsoft.com/office/drawing/2014/main" id="{E821416C-94D9-F34D-9CB0-A67658BC4B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5738" y="1725613"/>
            <a:ext cx="36988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56326" name="Google Shape;507;g1f685ef6d38_0_730" descr="Google Shape;507;g1f685ef6d38_0_730">
            <a:extLst>
              <a:ext uri="{FF2B5EF4-FFF2-40B4-BE49-F238E27FC236}">
                <a16:creationId xmlns:a16="http://schemas.microsoft.com/office/drawing/2014/main" id="{8059667C-7FB9-046B-DB20-DD67F2AF63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5738" y="3213100"/>
            <a:ext cx="413385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Google Shape;513;g1f685ef6d38_0_741">
            <a:extLst>
              <a:ext uri="{FF2B5EF4-FFF2-40B4-BE49-F238E27FC236}">
                <a16:creationId xmlns:a16="http://schemas.microsoft.com/office/drawing/2014/main" id="{5B161013-5B14-F195-49EE-B9CC849D8BA6}"/>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Example: MongoDB</a:t>
            </a:r>
          </a:p>
        </p:txBody>
      </p:sp>
      <p:sp>
        <p:nvSpPr>
          <p:cNvPr id="462" name="Google Shape;514;g1f685ef6d38_0_741">
            <a:extLst>
              <a:ext uri="{FF2B5EF4-FFF2-40B4-BE49-F238E27FC236}">
                <a16:creationId xmlns:a16="http://schemas.microsoft.com/office/drawing/2014/main" id="{A6DE9521-2489-AE27-365E-853FAE7B2FF4}"/>
              </a:ext>
            </a:extLst>
          </p:cNvPr>
          <p:cNvSpPr txBox="1">
            <a:spLocks noGrp="1"/>
          </p:cNvSpPr>
          <p:nvPr>
            <p:ph type="body" idx="1"/>
          </p:nvPr>
        </p:nvSpPr>
        <p:spPr/>
        <p:txBody>
          <a:bodyPr>
            <a:normAutofit/>
          </a:bodyPr>
          <a:lstStyle/>
          <a:p>
            <a:pPr marL="0" indent="0" eaLnBrk="1" fontAlgn="auto" hangingPunct="1">
              <a:spcAft>
                <a:spcPts val="0"/>
              </a:spcAft>
              <a:buSzTx/>
              <a:buFont typeface="Helvetica"/>
              <a:buNone/>
              <a:defRPr/>
            </a:pPr>
            <a:r>
              <a:rPr>
                <a:sym typeface="Verdana"/>
              </a:rPr>
              <a:t>-Update</a:t>
            </a:r>
          </a:p>
          <a:p>
            <a:pPr marL="0" indent="0" algn="just" eaLnBrk="1" fontAlgn="auto" hangingPunct="1">
              <a:spcAft>
                <a:spcPts val="0"/>
              </a:spcAft>
              <a:buSzTx/>
              <a:buFont typeface="Helvetica"/>
              <a:buNone/>
              <a:defRPr sz="2000"/>
            </a:pPr>
            <a:r>
              <a:rPr sz="2000">
                <a:sym typeface="Verdana"/>
              </a:rPr>
              <a:t>To update a record, use the update method that expects </a:t>
            </a:r>
            <a:r>
              <a:rPr sz="2000" b="1">
                <a:sym typeface="Verdana"/>
              </a:rPr>
              <a:t>two arguments.</a:t>
            </a:r>
            <a:r>
              <a:rPr sz="2000">
                <a:sym typeface="Verdana"/>
              </a:rPr>
              <a:t> </a:t>
            </a:r>
          </a:p>
          <a:p>
            <a:pPr indent="-355600" algn="just" eaLnBrk="1" fontAlgn="auto" hangingPunct="1">
              <a:spcAft>
                <a:spcPts val="0"/>
              </a:spcAft>
              <a:buSzPts val="2000"/>
              <a:buFont typeface="Helvetica"/>
              <a:buChar char="-"/>
              <a:defRPr sz="2000"/>
            </a:pPr>
            <a:r>
              <a:rPr sz="2000">
                <a:sym typeface="Verdana"/>
              </a:rPr>
              <a:t>The first argument is a </a:t>
            </a:r>
            <a:r>
              <a:rPr sz="2000" b="1">
                <a:sym typeface="Verdana"/>
              </a:rPr>
              <a:t>query to filter the record to be updated</a:t>
            </a:r>
            <a:r>
              <a:rPr sz="2000">
                <a:sym typeface="Verdana"/>
              </a:rPr>
              <a:t>. </a:t>
            </a:r>
          </a:p>
          <a:p>
            <a:pPr indent="-355600" algn="just" eaLnBrk="1" fontAlgn="auto" hangingPunct="1">
              <a:spcBef>
                <a:spcPts val="0"/>
              </a:spcBef>
              <a:spcAft>
                <a:spcPts val="0"/>
              </a:spcAft>
              <a:buSzPts val="2000"/>
              <a:buFont typeface="Helvetica"/>
              <a:buChar char="-"/>
              <a:defRPr sz="2000"/>
            </a:pPr>
            <a:r>
              <a:rPr sz="2000">
                <a:sym typeface="Verdana"/>
              </a:rPr>
              <a:t>The second argument provides </a:t>
            </a:r>
            <a:r>
              <a:rPr sz="2000" b="1">
                <a:sym typeface="Verdana"/>
              </a:rPr>
              <a:t>details about the updated values. </a:t>
            </a:r>
          </a:p>
        </p:txBody>
      </p:sp>
      <p:sp>
        <p:nvSpPr>
          <p:cNvPr id="57348" name="Google Shape;515;g1f685ef6d38_0_741">
            <a:extLst>
              <a:ext uri="{FF2B5EF4-FFF2-40B4-BE49-F238E27FC236}">
                <a16:creationId xmlns:a16="http://schemas.microsoft.com/office/drawing/2014/main" id="{4A8E4D0C-278A-1F01-C63F-055FFDBC3FB6}"/>
              </a:ext>
            </a:extLst>
          </p:cNvPr>
          <p:cNvSpPr>
            <a:spLocks noGrp="1" noChangeArrowheads="1"/>
          </p:cNvSpPr>
          <p:nvPr>
            <p:ph type="sldNum" sz="quarter" idx="10"/>
          </p:nvPr>
        </p:nvSpPr>
        <p:spPr>
          <a:noFill/>
        </p:spPr>
        <p:txBody>
          <a:bodyPr/>
          <a:lstStyle/>
          <a:p>
            <a:fld id="{112AEEF6-1D1B-4FF7-9DE9-09C4A94FE5C8}" type="slidenum">
              <a:rPr lang="en-US" altLang="en-US"/>
              <a:pPr/>
              <a:t>40</a:t>
            </a:fld>
            <a:endParaRPr lang="en-US" altLang="en-US"/>
          </a:p>
        </p:txBody>
      </p:sp>
      <p:pic>
        <p:nvPicPr>
          <p:cNvPr id="57349" name="Google Shape;516;g1f685ef6d38_0_741" descr="Google Shape;516;g1f685ef6d38_0_741">
            <a:extLst>
              <a:ext uri="{FF2B5EF4-FFF2-40B4-BE49-F238E27FC236}">
                <a16:creationId xmlns:a16="http://schemas.microsoft.com/office/drawing/2014/main" id="{428B99C1-DB65-FB6B-5B18-338FC8571B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6113" y="3684588"/>
            <a:ext cx="4214812"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57350" name="Google Shape;517;g1f685ef6d38_0_741" descr="Google Shape;517;g1f685ef6d38_0_741">
            <a:extLst>
              <a:ext uri="{FF2B5EF4-FFF2-40B4-BE49-F238E27FC236}">
                <a16:creationId xmlns:a16="http://schemas.microsoft.com/office/drawing/2014/main" id="{FE3A1A5F-A355-D83F-AF25-AE107DE709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8550" y="4105275"/>
            <a:ext cx="523875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57351" name="Google Shape;518;g1f685ef6d38_0_741">
            <a:extLst>
              <a:ext uri="{FF2B5EF4-FFF2-40B4-BE49-F238E27FC236}">
                <a16:creationId xmlns:a16="http://schemas.microsoft.com/office/drawing/2014/main" id="{B47AD3A1-EF1D-2B47-9A02-48CB0DE517ED}"/>
              </a:ext>
            </a:extLst>
          </p:cNvPr>
          <p:cNvSpPr txBox="1">
            <a:spLocks noChangeArrowheads="1"/>
          </p:cNvSpPr>
          <p:nvPr/>
        </p:nvSpPr>
        <p:spPr bwMode="auto">
          <a:xfrm>
            <a:off x="825500" y="4086225"/>
            <a:ext cx="182721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eaLnBrk="1"/>
            <a:r>
              <a:rPr lang="en-US" altLang="en-US" b="1">
                <a:solidFill>
                  <a:srgbClr val="9E3611"/>
                </a:solidFill>
                <a:latin typeface="Verdana" panose="020B0604030504040204" pitchFamily="34" charset="0"/>
                <a:sym typeface="Verdana" panose="020B0604030504040204" pitchFamily="34" charset="0"/>
              </a:rPr>
              <a:t>Where clause of SQL</a:t>
            </a:r>
          </a:p>
        </p:txBody>
      </p:sp>
      <p:sp>
        <p:nvSpPr>
          <p:cNvPr id="57352" name="Google Shape;519;g1f685ef6d38_0_741">
            <a:extLst>
              <a:ext uri="{FF2B5EF4-FFF2-40B4-BE49-F238E27FC236}">
                <a16:creationId xmlns:a16="http://schemas.microsoft.com/office/drawing/2014/main" id="{7D68801C-DA89-E80C-8CA8-AC6514DA61DF}"/>
              </a:ext>
            </a:extLst>
          </p:cNvPr>
          <p:cNvSpPr txBox="1">
            <a:spLocks noChangeArrowheads="1"/>
          </p:cNvSpPr>
          <p:nvPr/>
        </p:nvSpPr>
        <p:spPr bwMode="auto">
          <a:xfrm>
            <a:off x="5237163" y="5526088"/>
            <a:ext cx="286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eaLnBrk="1"/>
            <a:r>
              <a:rPr lang="en-US" altLang="en-US" b="1">
                <a:solidFill>
                  <a:schemeClr val="accent2"/>
                </a:solidFill>
                <a:latin typeface="Verdana" panose="020B0604030504040204" pitchFamily="34" charset="0"/>
                <a:sym typeface="Verdana" panose="020B0604030504040204" pitchFamily="34" charset="0"/>
              </a:rPr>
              <a:t>Set of Update Query</a:t>
            </a:r>
          </a:p>
        </p:txBody>
      </p:sp>
      <p:sp>
        <p:nvSpPr>
          <p:cNvPr id="468" name="Google Shape;520;g1f685ef6d38_0_741">
            <a:extLst>
              <a:ext uri="{FF2B5EF4-FFF2-40B4-BE49-F238E27FC236}">
                <a16:creationId xmlns:a16="http://schemas.microsoft.com/office/drawing/2014/main" id="{5E877AAD-C299-B487-646C-946733313E5F}"/>
              </a:ext>
            </a:extLst>
          </p:cNvPr>
          <p:cNvSpPr/>
          <p:nvPr/>
        </p:nvSpPr>
        <p:spPr>
          <a:xfrm flipV="1">
            <a:off x="2652713" y="4365625"/>
            <a:ext cx="495300" cy="28575"/>
          </a:xfrm>
          <a:prstGeom prst="line">
            <a:avLst/>
          </a:prstGeom>
          <a:ln w="38100">
            <a:solidFill>
              <a:schemeClr val="accent6"/>
            </a:solidFill>
            <a:tailEnd type="triangle"/>
          </a:ln>
        </p:spPr>
        <p:txBody>
          <a:bodyPr lIns="45719" rIns="45719"/>
          <a:lstStyle/>
          <a:p>
            <a:pPr eaLnBrk="1" fontAlgn="auto">
              <a:spcBef>
                <a:spcPts val="0"/>
              </a:spcBef>
              <a:spcAft>
                <a:spcPts val="0"/>
              </a:spcAft>
              <a:defRPr/>
            </a:pPr>
            <a:endParaRPr kern="0">
              <a:latin typeface="+mj-lt"/>
              <a:ea typeface="+mj-ea"/>
              <a:cs typeface="+mj-cs"/>
              <a:sym typeface="Arial"/>
            </a:endParaRPr>
          </a:p>
        </p:txBody>
      </p:sp>
      <p:sp>
        <p:nvSpPr>
          <p:cNvPr id="469" name="Google Shape;521;g1f685ef6d38_0_741">
            <a:extLst>
              <a:ext uri="{FF2B5EF4-FFF2-40B4-BE49-F238E27FC236}">
                <a16:creationId xmlns:a16="http://schemas.microsoft.com/office/drawing/2014/main" id="{295E1650-316F-676F-29A0-BA1ABAB7AA48}"/>
              </a:ext>
            </a:extLst>
          </p:cNvPr>
          <p:cNvSpPr/>
          <p:nvPr/>
        </p:nvSpPr>
        <p:spPr>
          <a:xfrm flipV="1">
            <a:off x="6027738" y="5170488"/>
            <a:ext cx="0" cy="433387"/>
          </a:xfrm>
          <a:prstGeom prst="line">
            <a:avLst/>
          </a:prstGeom>
          <a:ln w="38100">
            <a:solidFill>
              <a:schemeClr val="accent6"/>
            </a:solidFill>
            <a:tailEnd type="triangle"/>
          </a:ln>
        </p:spPr>
        <p:txBody>
          <a:bodyPr lIns="45719" rIns="45719"/>
          <a:lstStyle/>
          <a:p>
            <a:pPr eaLnBrk="1" fontAlgn="auto">
              <a:spcBef>
                <a:spcPts val="0"/>
              </a:spcBef>
              <a:spcAft>
                <a:spcPts val="0"/>
              </a:spcAft>
              <a:defRPr/>
            </a:pPr>
            <a:endParaRPr kern="0">
              <a:latin typeface="+mj-lt"/>
              <a:ea typeface="+mj-ea"/>
              <a:cs typeface="+mj-cs"/>
              <a:sym typeface="Arial"/>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Google Shape;527;g1f685ef6d38_0_756">
            <a:extLst>
              <a:ext uri="{FF2B5EF4-FFF2-40B4-BE49-F238E27FC236}">
                <a16:creationId xmlns:a16="http://schemas.microsoft.com/office/drawing/2014/main" id="{4F1474B4-BBA7-538A-9A0E-FCAFBDCE2F43}"/>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find() method</a:t>
            </a:r>
          </a:p>
        </p:txBody>
      </p:sp>
      <p:sp>
        <p:nvSpPr>
          <p:cNvPr id="58371" name="Google Shape;528;g1f685ef6d38_0_756">
            <a:extLst>
              <a:ext uri="{FF2B5EF4-FFF2-40B4-BE49-F238E27FC236}">
                <a16:creationId xmlns:a16="http://schemas.microsoft.com/office/drawing/2014/main" id="{51FA2225-65B8-BC19-EC94-CE4ABF4E6583}"/>
              </a:ext>
            </a:extLst>
          </p:cNvPr>
          <p:cNvSpPr txBox="1">
            <a:spLocks noGrp="1" noChangeArrowheads="1"/>
          </p:cNvSpPr>
          <p:nvPr>
            <p:ph type="body" idx="1"/>
          </p:nvPr>
        </p:nvSpPr>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To retrieve records, we can use any of the attributes: 	</a:t>
            </a:r>
          </a:p>
        </p:txBody>
      </p:sp>
      <p:sp>
        <p:nvSpPr>
          <p:cNvPr id="58372" name="Google Shape;529;g1f685ef6d38_0_756">
            <a:extLst>
              <a:ext uri="{FF2B5EF4-FFF2-40B4-BE49-F238E27FC236}">
                <a16:creationId xmlns:a16="http://schemas.microsoft.com/office/drawing/2014/main" id="{88C86D9B-FC50-0BDF-6D8A-F41D6562BB4A}"/>
              </a:ext>
            </a:extLst>
          </p:cNvPr>
          <p:cNvSpPr>
            <a:spLocks noGrp="1" noChangeArrowheads="1"/>
          </p:cNvSpPr>
          <p:nvPr>
            <p:ph type="sldNum" sz="quarter" idx="10"/>
          </p:nvPr>
        </p:nvSpPr>
        <p:spPr>
          <a:noFill/>
        </p:spPr>
        <p:txBody>
          <a:bodyPr/>
          <a:lstStyle/>
          <a:p>
            <a:fld id="{C260C65C-8C0F-4584-8154-4DB27B2D5DF2}" type="slidenum">
              <a:rPr lang="en-US" altLang="en-US"/>
              <a:pPr/>
              <a:t>41</a:t>
            </a:fld>
            <a:endParaRPr lang="en-US" altLang="en-US"/>
          </a:p>
        </p:txBody>
      </p:sp>
      <p:pic>
        <p:nvPicPr>
          <p:cNvPr id="58373" name="Google Shape;530;g1f685ef6d38_0_756" descr="Google Shape;530;g1f685ef6d38_0_756">
            <a:extLst>
              <a:ext uri="{FF2B5EF4-FFF2-40B4-BE49-F238E27FC236}">
                <a16:creationId xmlns:a16="http://schemas.microsoft.com/office/drawing/2014/main" id="{EEE036B6-D223-31C2-B8EB-C88B608164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5488" y="2762250"/>
            <a:ext cx="515302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Google Shape;536;g1f685ef6d38_0_765">
            <a:extLst>
              <a:ext uri="{FF2B5EF4-FFF2-40B4-BE49-F238E27FC236}">
                <a16:creationId xmlns:a16="http://schemas.microsoft.com/office/drawing/2014/main" id="{BDABAF49-B05D-9166-0C97-75CCE1140B21}"/>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remove() method</a:t>
            </a:r>
          </a:p>
        </p:txBody>
      </p:sp>
      <p:sp>
        <p:nvSpPr>
          <p:cNvPr id="59395" name="Google Shape;537;g1f685ef6d38_0_765">
            <a:extLst>
              <a:ext uri="{FF2B5EF4-FFF2-40B4-BE49-F238E27FC236}">
                <a16:creationId xmlns:a16="http://schemas.microsoft.com/office/drawing/2014/main" id="{0DF4E65E-8C15-A555-71B8-47B9D4242AAF}"/>
              </a:ext>
            </a:extLst>
          </p:cNvPr>
          <p:cNvSpPr txBox="1">
            <a:spLocks noGrp="1" noChangeArrowheads="1"/>
          </p:cNvSpPr>
          <p:nvPr>
            <p:ph type="body" idx="1"/>
          </p:nvPr>
        </p:nvSpPr>
        <p:spPr/>
        <p:txBody>
          <a:bodyPr/>
          <a:lstStyle/>
          <a:p>
            <a:pPr marL="0" indent="0" algn="just" eaLnBrk="1" hangingPunct="1">
              <a:buSzTx/>
              <a:buFont typeface="Helvetica" panose="020B0604020202020204" pitchFamily="34" charset="0"/>
              <a:buNone/>
            </a:pPr>
            <a:r>
              <a:rPr lang="en-US" altLang="en-US" sz="2400">
                <a:latin typeface="Verdana" panose="020B0604030504040204" pitchFamily="34" charset="0"/>
                <a:ea typeface="Verdana" panose="020B0604030504040204" pitchFamily="34" charset="0"/>
                <a:cs typeface="Verdana" panose="020B0604030504040204" pitchFamily="34" charset="0"/>
              </a:rPr>
              <a:t>To </a:t>
            </a:r>
            <a:r>
              <a:rPr lang="en-US" altLang="en-US" sz="2400" b="1">
                <a:latin typeface="Verdana" panose="020B0604030504040204" pitchFamily="34" charset="0"/>
                <a:ea typeface="Verdana" panose="020B0604030504040204" pitchFamily="34" charset="0"/>
                <a:cs typeface="Verdana" panose="020B0604030504040204" pitchFamily="34" charset="0"/>
              </a:rPr>
              <a:t>delete</a:t>
            </a:r>
            <a:r>
              <a:rPr lang="en-US" altLang="en-US" sz="2400">
                <a:latin typeface="Verdana" panose="020B0604030504040204" pitchFamily="34" charset="0"/>
                <a:ea typeface="Verdana" panose="020B0604030504040204" pitchFamily="34" charset="0"/>
                <a:cs typeface="Verdana" panose="020B0604030504040204" pitchFamily="34" charset="0"/>
              </a:rPr>
              <a:t> a record or records, all that is required is to be able to query for appropriate attribute or attributes.</a:t>
            </a:r>
          </a:p>
          <a:p>
            <a:pPr marL="0" indent="0" algn="just" eaLnBrk="1" hangingPunct="1">
              <a:buSzTx/>
              <a:buFont typeface="Helvetica" panose="020B0604020202020204" pitchFamily="34" charset="0"/>
              <a:buNone/>
            </a:pPr>
            <a:r>
              <a:rPr lang="en-US" altLang="en-US" sz="2400">
                <a:latin typeface="Verdana" panose="020B0604030504040204" pitchFamily="34" charset="0"/>
                <a:ea typeface="Verdana" panose="020B0604030504040204" pitchFamily="34" charset="0"/>
                <a:cs typeface="Verdana" panose="020B0604030504040204" pitchFamily="34" charset="0"/>
              </a:rPr>
              <a:t>       For example, to remove profiles whose age is greater than 30 and the city of thier personal address is Madrid:</a:t>
            </a:r>
          </a:p>
        </p:txBody>
      </p:sp>
      <p:sp>
        <p:nvSpPr>
          <p:cNvPr id="59396" name="Google Shape;538;g1f685ef6d38_0_765">
            <a:extLst>
              <a:ext uri="{FF2B5EF4-FFF2-40B4-BE49-F238E27FC236}">
                <a16:creationId xmlns:a16="http://schemas.microsoft.com/office/drawing/2014/main" id="{8D101CBF-6E73-9144-9A5A-2BFCE71EDA6E}"/>
              </a:ext>
            </a:extLst>
          </p:cNvPr>
          <p:cNvSpPr>
            <a:spLocks noGrp="1" noChangeArrowheads="1"/>
          </p:cNvSpPr>
          <p:nvPr>
            <p:ph type="sldNum" sz="quarter" idx="10"/>
          </p:nvPr>
        </p:nvSpPr>
        <p:spPr>
          <a:noFill/>
        </p:spPr>
        <p:txBody>
          <a:bodyPr/>
          <a:lstStyle/>
          <a:p>
            <a:fld id="{EDDF9181-0606-4F58-8877-327AB9484BDD}" type="slidenum">
              <a:rPr lang="en-US" altLang="en-US"/>
              <a:pPr/>
              <a:t>42</a:t>
            </a:fld>
            <a:endParaRPr lang="en-US" altLang="en-US"/>
          </a:p>
        </p:txBody>
      </p:sp>
      <p:pic>
        <p:nvPicPr>
          <p:cNvPr id="59397" name="Google Shape;539;g1f685ef6d38_0_765" descr="Google Shape;539;g1f685ef6d38_0_765">
            <a:extLst>
              <a:ext uri="{FF2B5EF4-FFF2-40B4-BE49-F238E27FC236}">
                <a16:creationId xmlns:a16="http://schemas.microsoft.com/office/drawing/2014/main" id="{7F990876-D3A6-90CC-7ABB-9F108A2BEB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6138" y="4010025"/>
            <a:ext cx="5191125"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Google Shape;544;g1c19b22ece8_0_271">
            <a:extLst>
              <a:ext uri="{FF2B5EF4-FFF2-40B4-BE49-F238E27FC236}">
                <a16:creationId xmlns:a16="http://schemas.microsoft.com/office/drawing/2014/main" id="{8D8F628F-6DAE-4193-7809-6CDE0E18DB55}"/>
              </a:ext>
            </a:extLst>
          </p:cNvPr>
          <p:cNvSpPr txBox="1">
            <a:spLocks noGrp="1" noChangeArrowheads="1"/>
          </p:cNvSpPr>
          <p:nvPr>
            <p:ph type="title"/>
          </p:nvPr>
        </p:nvSpPr>
        <p:spPr>
          <a:xfrm>
            <a:off x="430213" y="152400"/>
            <a:ext cx="6002337" cy="762000"/>
          </a:xfrm>
        </p:spPr>
        <p:txBody>
          <a:bodyPr anchor="ctr"/>
          <a:lstStyle/>
          <a:p>
            <a:pPr eaLnBrk="1" hangingPunct="1">
              <a:lnSpc>
                <a:spcPct val="90000"/>
              </a:lnSpc>
            </a:pPr>
            <a:r>
              <a:rPr lang="en-US" altLang="en-US" sz="4400">
                <a:latin typeface="Verdana" panose="020B0604030504040204" pitchFamily="34" charset="0"/>
                <a:ea typeface="Verdana" panose="020B0604030504040204" pitchFamily="34" charset="0"/>
                <a:cs typeface="Verdana" panose="020B0604030504040204" pitchFamily="34" charset="0"/>
              </a:rPr>
              <a:t>KEY/VALUE STORES</a:t>
            </a:r>
          </a:p>
        </p:txBody>
      </p:sp>
      <p:sp>
        <p:nvSpPr>
          <p:cNvPr id="482" name="Google Shape;545;g1c19b22ece8_0_271">
            <a:extLst>
              <a:ext uri="{FF2B5EF4-FFF2-40B4-BE49-F238E27FC236}">
                <a16:creationId xmlns:a16="http://schemas.microsoft.com/office/drawing/2014/main" id="{8C9B8EE7-C382-34CE-F4EC-FB6E3A79E84E}"/>
              </a:ext>
            </a:extLst>
          </p:cNvPr>
          <p:cNvSpPr txBox="1">
            <a:spLocks noGrp="1"/>
          </p:cNvSpPr>
          <p:nvPr>
            <p:ph type="body" idx="1"/>
          </p:nvPr>
        </p:nvSpPr>
        <p:spPr>
          <a:xfrm>
            <a:off x="430213" y="1541463"/>
            <a:ext cx="8461375" cy="4351337"/>
          </a:xfrm>
        </p:spPr>
        <p:txBody>
          <a:bodyPr>
            <a:normAutofit/>
          </a:bodyPr>
          <a:lstStyle/>
          <a:p>
            <a:pPr marL="182879" indent="-113029" eaLnBrk="1" fontAlgn="auto" hangingPunct="1">
              <a:lnSpc>
                <a:spcPct val="90000"/>
              </a:lnSpc>
              <a:spcBef>
                <a:spcPts val="0"/>
              </a:spcBef>
              <a:spcAft>
                <a:spcPts val="0"/>
              </a:spcAft>
              <a:buSzPts val="1900"/>
              <a:buFont typeface="Helvetica"/>
              <a:buChar char="□"/>
              <a:defRPr sz="1900"/>
            </a:pPr>
            <a:r>
              <a:rPr sz="1900">
                <a:sym typeface="Verdana"/>
              </a:rPr>
              <a:t>Store data in a </a:t>
            </a:r>
            <a:r>
              <a:rPr sz="1900" b="1">
                <a:sym typeface="Verdana"/>
              </a:rPr>
              <a:t>schema-less way </a:t>
            </a:r>
          </a:p>
          <a:p>
            <a:pPr marL="182879" indent="-113029" eaLnBrk="1" fontAlgn="auto" hangingPunct="1">
              <a:lnSpc>
                <a:spcPct val="90000"/>
              </a:lnSpc>
              <a:spcBef>
                <a:spcPts val="1200"/>
              </a:spcBef>
              <a:spcAft>
                <a:spcPts val="0"/>
              </a:spcAft>
              <a:buSzPts val="1900"/>
              <a:buFont typeface="Helvetica"/>
              <a:buChar char="□"/>
              <a:defRPr sz="1900"/>
            </a:pPr>
            <a:r>
              <a:rPr sz="1900">
                <a:sym typeface="Verdana"/>
              </a:rPr>
              <a:t>-storage of a </a:t>
            </a:r>
            <a:r>
              <a:rPr sz="1900" b="1">
                <a:sym typeface="Verdana"/>
              </a:rPr>
              <a:t>value against a key. </a:t>
            </a:r>
          </a:p>
          <a:p>
            <a:pPr marL="182879" indent="-113029" eaLnBrk="1" fontAlgn="auto" hangingPunct="1">
              <a:lnSpc>
                <a:spcPct val="90000"/>
              </a:lnSpc>
              <a:spcBef>
                <a:spcPts val="1200"/>
              </a:spcBef>
              <a:spcAft>
                <a:spcPts val="0"/>
              </a:spcAft>
              <a:buSzPts val="1900"/>
              <a:buFont typeface="Helvetica"/>
              <a:buChar char="□"/>
              <a:defRPr sz="1900"/>
            </a:pPr>
            <a:r>
              <a:rPr sz="1900">
                <a:sym typeface="Verdana"/>
              </a:rPr>
              <a:t>Similar to a document store, </a:t>
            </a:r>
          </a:p>
          <a:p>
            <a:pPr marL="182879" indent="-113029" eaLnBrk="1" fontAlgn="auto" hangingPunct="1">
              <a:lnSpc>
                <a:spcPct val="90000"/>
              </a:lnSpc>
              <a:spcBef>
                <a:spcPts val="1200"/>
              </a:spcBef>
              <a:spcAft>
                <a:spcPts val="0"/>
              </a:spcAft>
              <a:buSzPts val="1900"/>
              <a:buFont typeface="Helvetica"/>
              <a:buChar char="□"/>
              <a:defRPr sz="1900"/>
            </a:pPr>
            <a:r>
              <a:rPr sz="1900">
                <a:sym typeface="Verdana"/>
              </a:rPr>
              <a:t>there is no need for a schema to be enforced on the value</a:t>
            </a:r>
            <a:r>
              <a:rPr sz="1500">
                <a:sym typeface="Verdana"/>
              </a:rPr>
              <a:t> </a:t>
            </a:r>
          </a:p>
          <a:p>
            <a:pPr marL="182879" indent="-113029" eaLnBrk="1" fontAlgn="auto" hangingPunct="1">
              <a:lnSpc>
                <a:spcPct val="90000"/>
              </a:lnSpc>
              <a:spcBef>
                <a:spcPts val="1400"/>
              </a:spcBef>
              <a:spcAft>
                <a:spcPts val="0"/>
              </a:spcAft>
              <a:buSzPts val="1900"/>
              <a:buFont typeface="Helvetica"/>
              <a:buChar char="□"/>
              <a:defRPr sz="1900"/>
            </a:pPr>
            <a:r>
              <a:rPr sz="1900">
                <a:sym typeface="Verdana"/>
              </a:rPr>
              <a:t>Notable for: </a:t>
            </a:r>
          </a:p>
          <a:p>
            <a:pPr marL="457200" lvl="1" indent="-113029" eaLnBrk="1" fontAlgn="auto" hangingPunct="1">
              <a:lnSpc>
                <a:spcPct val="90000"/>
              </a:lnSpc>
              <a:spcBef>
                <a:spcPts val="600"/>
              </a:spcBef>
              <a:spcAft>
                <a:spcPts val="0"/>
              </a:spcAft>
              <a:buSzPts val="1500"/>
              <a:buFont typeface="Helvetica"/>
              <a:buChar char="■"/>
              <a:defRPr sz="1500"/>
            </a:pPr>
            <a:r>
              <a:rPr sz="1500">
                <a:sym typeface="Verdana"/>
              </a:rPr>
              <a:t>Redis (in-memory, with dump or command-log persistence) </a:t>
            </a:r>
          </a:p>
          <a:p>
            <a:pPr marL="457200" lvl="1" indent="-113029" eaLnBrk="1" fontAlgn="auto" hangingPunct="1">
              <a:lnSpc>
                <a:spcPct val="90000"/>
              </a:lnSpc>
              <a:spcBef>
                <a:spcPts val="600"/>
              </a:spcBef>
              <a:spcAft>
                <a:spcPts val="0"/>
              </a:spcAft>
              <a:buSzPts val="1500"/>
              <a:buFont typeface="Helvetica"/>
              <a:buChar char="■"/>
              <a:defRPr sz="1500"/>
            </a:pPr>
            <a:r>
              <a:rPr sz="1500">
                <a:sym typeface="Verdana"/>
              </a:rPr>
              <a:t>Memcached (in-memory) </a:t>
            </a:r>
          </a:p>
          <a:p>
            <a:pPr marL="457200" lvl="1" indent="-113029" eaLnBrk="1" fontAlgn="auto" hangingPunct="1">
              <a:lnSpc>
                <a:spcPct val="90000"/>
              </a:lnSpc>
              <a:spcBef>
                <a:spcPts val="600"/>
              </a:spcBef>
              <a:spcAft>
                <a:spcPts val="0"/>
              </a:spcAft>
              <a:buSzPts val="1500"/>
              <a:buFont typeface="Helvetica"/>
              <a:buChar char="■"/>
              <a:defRPr sz="1500"/>
            </a:pPr>
            <a:r>
              <a:rPr sz="1500">
                <a:sym typeface="Verdana"/>
              </a:rPr>
              <a:t>MemcacheDB (built on Memcached)</a:t>
            </a:r>
          </a:p>
          <a:p>
            <a:pPr marL="0" indent="914400" eaLnBrk="1" fontAlgn="auto" hangingPunct="1">
              <a:lnSpc>
                <a:spcPct val="90000"/>
              </a:lnSpc>
              <a:spcBef>
                <a:spcPts val="600"/>
              </a:spcBef>
              <a:spcAft>
                <a:spcPts val="0"/>
              </a:spcAft>
              <a:buSzTx/>
              <a:buFont typeface="Helvetica"/>
              <a:buNone/>
              <a:defRPr sz="1500"/>
            </a:pPr>
            <a:r>
              <a:rPr sz="1500">
                <a:sym typeface="Verdana"/>
              </a:rPr>
              <a:t> Berkley DB Voldemort (open source implementation of Amazon Dynamo)</a:t>
            </a:r>
          </a:p>
        </p:txBody>
      </p:sp>
      <p:pic>
        <p:nvPicPr>
          <p:cNvPr id="60420" name="Google Shape;546;g1c19b22ece8_0_271" descr="Google Shape;546;g1c19b22ece8_0_271">
            <a:extLst>
              <a:ext uri="{FF2B5EF4-FFF2-40B4-BE49-F238E27FC236}">
                <a16:creationId xmlns:a16="http://schemas.microsoft.com/office/drawing/2014/main" id="{A9E4FCB9-D2BE-3ABC-E4E9-8BD10DC4DD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7700" y="3746500"/>
            <a:ext cx="214312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582644B7-511E-84FF-5DBB-4282EA1339FF}"/>
              </a:ext>
            </a:extLst>
          </p:cNvPr>
          <p:cNvSpPr>
            <a:spLocks noGrp="1"/>
          </p:cNvSpPr>
          <p:nvPr>
            <p:ph type="sldNum" sz="quarter" idx="10"/>
          </p:nvPr>
        </p:nvSpPr>
        <p:spPr/>
        <p:txBody>
          <a:bodyPr/>
          <a:lstStyle/>
          <a:p>
            <a:fld id="{E41E8F01-B894-4207-BB9D-200711BC0260}" type="slidenum">
              <a:rPr lang="en-US" altLang="en-US" smtClean="0"/>
              <a:pPr/>
              <a:t>43</a:t>
            </a:fld>
            <a:endParaRPr lang="en-US" altLang="en-US"/>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Google Shape;552;g1f685ef6d38_0_782">
            <a:extLst>
              <a:ext uri="{FF2B5EF4-FFF2-40B4-BE49-F238E27FC236}">
                <a16:creationId xmlns:a16="http://schemas.microsoft.com/office/drawing/2014/main" id="{A9AE52FF-6B16-9BED-BA57-44F42097E243}"/>
              </a:ext>
            </a:extLst>
          </p:cNvPr>
          <p:cNvSpPr txBox="1">
            <a:spLocks noGrp="1" noChangeArrowheads="1"/>
          </p:cNvSpPr>
          <p:nvPr>
            <p:ph type="title"/>
          </p:nvPr>
        </p:nvSpPr>
        <p:spPr/>
        <p:txBody>
          <a:bodyPr/>
          <a:lstStyle/>
          <a:p>
            <a:pPr eaLnBrk="1" hangingPunct="1">
              <a:lnSpc>
                <a:spcPct val="90000"/>
              </a:lnSpc>
            </a:pPr>
            <a:r>
              <a:rPr lang="en-US" altLang="en-US" sz="4400">
                <a:latin typeface="Verdana" panose="020B0604030504040204" pitchFamily="34" charset="0"/>
                <a:ea typeface="Verdana" panose="020B0604030504040204" pitchFamily="34" charset="0"/>
                <a:cs typeface="Verdana" panose="020B0604030504040204" pitchFamily="34" charset="0"/>
              </a:rPr>
              <a:t>KEY/VALUE STORES</a:t>
            </a:r>
            <a:r>
              <a:rPr lang="en-US" altLang="en-US">
                <a:latin typeface="Verdana" panose="020B0604030504040204" pitchFamily="34" charset="0"/>
                <a:ea typeface="Verdana" panose="020B0604030504040204" pitchFamily="34" charset="0"/>
                <a:cs typeface="Verdana" panose="020B0604030504040204" pitchFamily="34" charset="0"/>
              </a:rPr>
              <a:t>(2)</a:t>
            </a:r>
          </a:p>
        </p:txBody>
      </p:sp>
      <p:sp>
        <p:nvSpPr>
          <p:cNvPr id="486" name="Google Shape;553;g1f685ef6d38_0_782">
            <a:extLst>
              <a:ext uri="{FF2B5EF4-FFF2-40B4-BE49-F238E27FC236}">
                <a16:creationId xmlns:a16="http://schemas.microsoft.com/office/drawing/2014/main" id="{E38F7FF9-1B84-9706-160A-D26D2756044A}"/>
              </a:ext>
            </a:extLst>
          </p:cNvPr>
          <p:cNvSpPr txBox="1">
            <a:spLocks noGrp="1"/>
          </p:cNvSpPr>
          <p:nvPr>
            <p:ph type="body" idx="1"/>
          </p:nvPr>
        </p:nvSpPr>
        <p:spPr/>
        <p:txBody>
          <a:bodyPr>
            <a:normAutofit/>
          </a:bodyPr>
          <a:lstStyle/>
          <a:p>
            <a:pPr indent="-311150" eaLnBrk="1" fontAlgn="auto" hangingPunct="1">
              <a:spcAft>
                <a:spcPts val="0"/>
              </a:spcAft>
              <a:buSzPts val="2500"/>
              <a:buFont typeface="Helvetica"/>
              <a:buChar char="-"/>
              <a:defRPr sz="2500" b="1"/>
            </a:pPr>
            <a:r>
              <a:rPr sz="2500" b="1">
                <a:sym typeface="Verdana"/>
              </a:rPr>
              <a:t>Difference with Document DB</a:t>
            </a:r>
          </a:p>
          <a:p>
            <a:pPr marL="0" indent="457200" eaLnBrk="1" fontAlgn="auto" hangingPunct="1">
              <a:spcAft>
                <a:spcPts val="0"/>
              </a:spcAft>
              <a:buSzTx/>
              <a:buFont typeface="Helvetica"/>
              <a:buNone/>
              <a:defRPr sz="2500"/>
            </a:pPr>
            <a:endParaRPr sz="2500">
              <a:sym typeface="Verdana"/>
            </a:endParaRPr>
          </a:p>
          <a:p>
            <a:pPr indent="-311150" eaLnBrk="1" fontAlgn="auto" hangingPunct="1">
              <a:spcAft>
                <a:spcPts val="0"/>
              </a:spcAft>
              <a:buSzPts val="2500"/>
              <a:buFont typeface="Helvetica"/>
              <a:buChar char="-"/>
              <a:defRPr sz="2500"/>
            </a:pPr>
            <a:r>
              <a:rPr sz="2500">
                <a:sym typeface="Verdana"/>
              </a:rPr>
              <a:t>Unlike a document store that can create a key when a new document is inserted, a </a:t>
            </a:r>
            <a:r>
              <a:rPr sz="2500" b="1">
                <a:sym typeface="Verdana"/>
              </a:rPr>
              <a:t>key-value store requires the key to be specified </a:t>
            </a:r>
          </a:p>
          <a:p>
            <a:pPr indent="-311150" eaLnBrk="1" fontAlgn="auto" hangingPunct="1">
              <a:spcBef>
                <a:spcPts val="0"/>
              </a:spcBef>
              <a:spcAft>
                <a:spcPts val="0"/>
              </a:spcAft>
              <a:buSzPts val="2500"/>
              <a:buFont typeface="Helvetica"/>
              <a:buChar char="-"/>
              <a:defRPr sz="2500"/>
            </a:pPr>
            <a:r>
              <a:rPr sz="2500">
                <a:sym typeface="Verdana"/>
              </a:rPr>
              <a:t>Unlike a document store where the value can be indexed and queried, for a key-value store, the </a:t>
            </a:r>
            <a:r>
              <a:rPr sz="2500" b="1">
                <a:sym typeface="Verdana"/>
              </a:rPr>
              <a:t>value is opaque and as such, the key must be known to retrieve the value</a:t>
            </a:r>
          </a:p>
        </p:txBody>
      </p:sp>
      <p:sp>
        <p:nvSpPr>
          <p:cNvPr id="61444" name="Google Shape;554;g1f685ef6d38_0_782">
            <a:extLst>
              <a:ext uri="{FF2B5EF4-FFF2-40B4-BE49-F238E27FC236}">
                <a16:creationId xmlns:a16="http://schemas.microsoft.com/office/drawing/2014/main" id="{38DD7A84-A4E6-B0C8-130D-0CC406CE7980}"/>
              </a:ext>
            </a:extLst>
          </p:cNvPr>
          <p:cNvSpPr>
            <a:spLocks noGrp="1" noChangeArrowheads="1"/>
          </p:cNvSpPr>
          <p:nvPr>
            <p:ph type="sldNum" sz="quarter" idx="10"/>
          </p:nvPr>
        </p:nvSpPr>
        <p:spPr>
          <a:noFill/>
        </p:spPr>
        <p:txBody>
          <a:bodyPr/>
          <a:lstStyle/>
          <a:p>
            <a:fld id="{A048E98D-3490-43A1-B12F-5E957C6ABC54}" type="slidenum">
              <a:rPr lang="en-US" altLang="en-US"/>
              <a:pPr/>
              <a:t>44</a:t>
            </a:fld>
            <a:endParaRPr lang="en-US" altLang="en-US"/>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Google Shape;560;g1f685ef6d38_0_791">
            <a:extLst>
              <a:ext uri="{FF2B5EF4-FFF2-40B4-BE49-F238E27FC236}">
                <a16:creationId xmlns:a16="http://schemas.microsoft.com/office/drawing/2014/main" id="{59A41CBC-3442-8C16-459D-09A199CE1A3E}"/>
              </a:ext>
            </a:extLst>
          </p:cNvPr>
          <p:cNvSpPr txBox="1">
            <a:spLocks noGrp="1" noChangeArrowheads="1"/>
          </p:cNvSpPr>
          <p:nvPr>
            <p:ph type="title"/>
          </p:nvPr>
        </p:nvSpPr>
        <p:spPr/>
        <p:txBody>
          <a:bodyPr/>
          <a:lstStyle/>
          <a:p>
            <a:pPr eaLnBrk="1" hangingPunct="1">
              <a:lnSpc>
                <a:spcPct val="90000"/>
              </a:lnSpc>
            </a:pPr>
            <a:r>
              <a:rPr lang="en-US" altLang="en-US" sz="3800">
                <a:latin typeface="Verdana" panose="020B0604030504040204" pitchFamily="34" charset="0"/>
                <a:ea typeface="Verdana" panose="020B0604030504040204" pitchFamily="34" charset="0"/>
                <a:cs typeface="Verdana" panose="020B0604030504040204" pitchFamily="34" charset="0"/>
              </a:rPr>
              <a:t>KEY/VALUE STORES-Advantage</a:t>
            </a:r>
          </a:p>
        </p:txBody>
      </p:sp>
      <p:sp>
        <p:nvSpPr>
          <p:cNvPr id="62467" name="Google Shape;561;g1f685ef6d38_0_791">
            <a:extLst>
              <a:ext uri="{FF2B5EF4-FFF2-40B4-BE49-F238E27FC236}">
                <a16:creationId xmlns:a16="http://schemas.microsoft.com/office/drawing/2014/main" id="{056E56BF-6E40-4AC8-B981-10D0E5A7E56E}"/>
              </a:ext>
            </a:extLst>
          </p:cNvPr>
          <p:cNvSpPr txBox="1">
            <a:spLocks noGrp="1" noChangeArrowheads="1"/>
          </p:cNvSpPr>
          <p:nvPr>
            <p:ph type="body" idx="1"/>
          </p:nvPr>
        </p:nvSpPr>
        <p:spPr/>
        <p:txBody>
          <a:bodyPr/>
          <a:lstStyle/>
          <a:p>
            <a:pPr marL="0" indent="0" eaLnBrk="1" hangingPunct="1">
              <a:buSzTx/>
              <a:buFont typeface="Helvetica" panose="020B0604020202020204" pitchFamily="34" charset="0"/>
              <a:buNone/>
            </a:pPr>
            <a:r>
              <a:rPr lang="en-US" altLang="en-US" sz="2600">
                <a:latin typeface="Verdana" panose="020B0604030504040204" pitchFamily="34" charset="0"/>
                <a:ea typeface="Verdana" panose="020B0604030504040204" pitchFamily="34" charset="0"/>
                <a:cs typeface="Verdana" panose="020B0604030504040204" pitchFamily="34" charset="0"/>
              </a:rPr>
              <a:t>-</a:t>
            </a:r>
            <a:r>
              <a:rPr lang="en-US" altLang="en-US" sz="2600" b="1">
                <a:latin typeface="Verdana" panose="020B0604030504040204" pitchFamily="34" charset="0"/>
                <a:ea typeface="Verdana" panose="020B0604030504040204" pitchFamily="34" charset="0"/>
                <a:cs typeface="Verdana" panose="020B0604030504040204" pitchFamily="34" charset="0"/>
              </a:rPr>
              <a:t>Key-value stores</a:t>
            </a:r>
            <a:r>
              <a:rPr lang="en-US" altLang="en-US" sz="2600">
                <a:latin typeface="Verdana" panose="020B0604030504040204" pitchFamily="34" charset="0"/>
                <a:ea typeface="Verdana" panose="020B0604030504040204" pitchFamily="34" charset="0"/>
                <a:cs typeface="Verdana" panose="020B0604030504040204" pitchFamily="34" charset="0"/>
              </a:rPr>
              <a:t> are optimized for </a:t>
            </a:r>
            <a:r>
              <a:rPr lang="en-US" altLang="en-US" sz="2600">
                <a:solidFill>
                  <a:schemeClr val="accent2"/>
                </a:solidFill>
                <a:latin typeface="Verdana" panose="020B0604030504040204" pitchFamily="34" charset="0"/>
                <a:ea typeface="Verdana" panose="020B0604030504040204" pitchFamily="34" charset="0"/>
                <a:cs typeface="Verdana" panose="020B0604030504040204" pitchFamily="34" charset="0"/>
              </a:rPr>
              <a:t>querying against keys</a:t>
            </a:r>
            <a:r>
              <a:rPr lang="en-US" altLang="en-US" sz="2600">
                <a:latin typeface="Verdana" panose="020B0604030504040204" pitchFamily="34" charset="0"/>
                <a:ea typeface="Verdana" panose="020B0604030504040204" pitchFamily="34" charset="0"/>
                <a:cs typeface="Verdana" panose="020B0604030504040204" pitchFamily="34" charset="0"/>
              </a:rPr>
              <a:t>.</a:t>
            </a:r>
          </a:p>
          <a:p>
            <a:pPr marL="0" indent="0" eaLnBrk="1" hangingPunct="1">
              <a:buSzTx/>
              <a:buFont typeface="Helvetica" panose="020B0604020202020204" pitchFamily="34" charset="0"/>
              <a:buNone/>
            </a:pPr>
            <a:endParaRPr lang="en-US" altLang="en-US" sz="2600">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r>
              <a:rPr lang="en-US" altLang="en-US" sz="2600">
                <a:latin typeface="Verdana" panose="020B0604030504040204" pitchFamily="34" charset="0"/>
                <a:ea typeface="Verdana" panose="020B0604030504040204" pitchFamily="34" charset="0"/>
                <a:cs typeface="Verdana" panose="020B0604030504040204" pitchFamily="34" charset="0"/>
              </a:rPr>
              <a:t>- As such, they serve great in memory caches</a:t>
            </a:r>
          </a:p>
          <a:p>
            <a:pPr marL="0" indent="0" eaLnBrk="1" hangingPunct="1">
              <a:buSzTx/>
              <a:buFont typeface="Helvetica" panose="020B0604020202020204" pitchFamily="34" charset="0"/>
              <a:buNone/>
            </a:pPr>
            <a:endParaRPr lang="en-US" altLang="en-US" sz="2600">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r>
              <a:rPr lang="en-US" altLang="en-US" sz="2600">
                <a:latin typeface="Verdana" panose="020B0604030504040204" pitchFamily="34" charset="0"/>
                <a:ea typeface="Verdana" panose="020B0604030504040204" pitchFamily="34" charset="0"/>
                <a:cs typeface="Verdana" panose="020B0604030504040204" pitchFamily="34" charset="0"/>
              </a:rPr>
              <a:t> Memcached and Redis support expiry for the keys—sliding or absolute— after which the entry is evicted from the store.</a:t>
            </a:r>
          </a:p>
        </p:txBody>
      </p:sp>
      <p:sp>
        <p:nvSpPr>
          <p:cNvPr id="62468" name="Google Shape;562;g1f685ef6d38_0_791">
            <a:extLst>
              <a:ext uri="{FF2B5EF4-FFF2-40B4-BE49-F238E27FC236}">
                <a16:creationId xmlns:a16="http://schemas.microsoft.com/office/drawing/2014/main" id="{DF30EEB0-DCE7-7A2A-6C98-354E6AC04305}"/>
              </a:ext>
            </a:extLst>
          </p:cNvPr>
          <p:cNvSpPr>
            <a:spLocks noGrp="1" noChangeArrowheads="1"/>
          </p:cNvSpPr>
          <p:nvPr>
            <p:ph type="sldNum" sz="quarter" idx="10"/>
          </p:nvPr>
        </p:nvSpPr>
        <p:spPr>
          <a:noFill/>
        </p:spPr>
        <p:txBody>
          <a:bodyPr/>
          <a:lstStyle/>
          <a:p>
            <a:fld id="{37601274-2DF0-4E22-901A-F94810D07843}" type="slidenum">
              <a:rPr lang="en-US" altLang="en-US"/>
              <a:pPr/>
              <a:t>45</a:t>
            </a:fld>
            <a:endParaRPr lang="en-US" altLang="en-US"/>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Google Shape;568;g1f685ef6d38_0_799">
            <a:extLst>
              <a:ext uri="{FF2B5EF4-FFF2-40B4-BE49-F238E27FC236}">
                <a16:creationId xmlns:a16="http://schemas.microsoft.com/office/drawing/2014/main" id="{F1452139-D30B-1E5B-5FBC-8ECC1B1747B2}"/>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Examples(1)	</a:t>
            </a:r>
          </a:p>
        </p:txBody>
      </p:sp>
      <p:sp>
        <p:nvSpPr>
          <p:cNvPr id="63491" name="Google Shape;569;g1f685ef6d38_0_799">
            <a:extLst>
              <a:ext uri="{FF2B5EF4-FFF2-40B4-BE49-F238E27FC236}">
                <a16:creationId xmlns:a16="http://schemas.microsoft.com/office/drawing/2014/main" id="{E8CFAB2E-1FD0-6CF6-B710-6DC8EE110FD8}"/>
              </a:ext>
            </a:extLst>
          </p:cNvPr>
          <p:cNvSpPr>
            <a:spLocks noGrp="1" noChangeArrowheads="1"/>
          </p:cNvSpPr>
          <p:nvPr>
            <p:ph type="sldNum" sz="quarter" idx="10"/>
          </p:nvPr>
        </p:nvSpPr>
        <p:spPr>
          <a:noFill/>
        </p:spPr>
        <p:txBody>
          <a:bodyPr/>
          <a:lstStyle/>
          <a:p>
            <a:fld id="{81B9DE2D-AD82-4D09-B94A-CD7FA8B8D949}" type="slidenum">
              <a:rPr lang="en-US" altLang="en-US"/>
              <a:pPr/>
              <a:t>46</a:t>
            </a:fld>
            <a:endParaRPr lang="en-US" altLang="en-US"/>
          </a:p>
        </p:txBody>
      </p:sp>
      <p:pic>
        <p:nvPicPr>
          <p:cNvPr id="63492" name="Google Shape;570;g1f685ef6d38_0_799" descr="Google Shape;570;g1f685ef6d38_0_799">
            <a:extLst>
              <a:ext uri="{FF2B5EF4-FFF2-40B4-BE49-F238E27FC236}">
                <a16:creationId xmlns:a16="http://schemas.microsoft.com/office/drawing/2014/main" id="{E83EFF7C-7D78-AFDA-E5E6-234498DDCB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888" y="1701800"/>
            <a:ext cx="8839200"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Google Shape;576;g1f685ef6d38_0_807">
            <a:extLst>
              <a:ext uri="{FF2B5EF4-FFF2-40B4-BE49-F238E27FC236}">
                <a16:creationId xmlns:a16="http://schemas.microsoft.com/office/drawing/2014/main" id="{4371A519-9C49-2D5F-436F-66A56C026984}"/>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Examples(2)	</a:t>
            </a:r>
          </a:p>
        </p:txBody>
      </p:sp>
      <p:sp>
        <p:nvSpPr>
          <p:cNvPr id="64515" name="Google Shape;577;g1f685ef6d38_0_807">
            <a:extLst>
              <a:ext uri="{FF2B5EF4-FFF2-40B4-BE49-F238E27FC236}">
                <a16:creationId xmlns:a16="http://schemas.microsoft.com/office/drawing/2014/main" id="{95B8A205-0932-5320-5425-41E4CAAA5040}"/>
              </a:ext>
            </a:extLst>
          </p:cNvPr>
          <p:cNvSpPr>
            <a:spLocks noGrp="1" noChangeArrowheads="1"/>
          </p:cNvSpPr>
          <p:nvPr>
            <p:ph type="sldNum" sz="quarter" idx="10"/>
          </p:nvPr>
        </p:nvSpPr>
        <p:spPr>
          <a:noFill/>
        </p:spPr>
        <p:txBody>
          <a:bodyPr/>
          <a:lstStyle/>
          <a:p>
            <a:fld id="{D6A03403-0E85-4AB4-B9BB-AB1AB98F17CD}" type="slidenum">
              <a:rPr lang="en-US" altLang="en-US"/>
              <a:pPr/>
              <a:t>47</a:t>
            </a:fld>
            <a:endParaRPr lang="en-US" altLang="en-US"/>
          </a:p>
        </p:txBody>
      </p:sp>
      <p:pic>
        <p:nvPicPr>
          <p:cNvPr id="64516" name="Google Shape;578;g1f685ef6d38_0_807" descr="Google Shape;578;g1f685ef6d38_0_807">
            <a:extLst>
              <a:ext uri="{FF2B5EF4-FFF2-40B4-BE49-F238E27FC236}">
                <a16:creationId xmlns:a16="http://schemas.microsoft.com/office/drawing/2014/main" id="{DFED690C-78BB-5C16-E347-9C980CFDA5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66800"/>
            <a:ext cx="8839200" cy="247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64517" name="Google Shape;579;g1f685ef6d38_0_807" descr="Google Shape;579;g1f685ef6d38_0_807">
            <a:extLst>
              <a:ext uri="{FF2B5EF4-FFF2-40B4-BE49-F238E27FC236}">
                <a16:creationId xmlns:a16="http://schemas.microsoft.com/office/drawing/2014/main" id="{B6FC6578-E4BC-765B-151E-20A04FB25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690938"/>
            <a:ext cx="65151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64518" name="Google Shape;580;g1f685ef6d38_0_807" descr="Google Shape;580;g1f685ef6d38_0_807">
            <a:extLst>
              <a:ext uri="{FF2B5EF4-FFF2-40B4-BE49-F238E27FC236}">
                <a16:creationId xmlns:a16="http://schemas.microsoft.com/office/drawing/2014/main" id="{68EB2ED5-6E06-9503-1FED-7DA1273A74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550" y="4660900"/>
            <a:ext cx="651510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Google Shape;585;g1c19b22ece8_0_283">
            <a:extLst>
              <a:ext uri="{FF2B5EF4-FFF2-40B4-BE49-F238E27FC236}">
                <a16:creationId xmlns:a16="http://schemas.microsoft.com/office/drawing/2014/main" id="{E3DC7F38-E4F2-49C5-2337-104B20BD67EC}"/>
              </a:ext>
            </a:extLst>
          </p:cNvPr>
          <p:cNvSpPr txBox="1">
            <a:spLocks noGrp="1" noChangeArrowheads="1"/>
          </p:cNvSpPr>
          <p:nvPr>
            <p:ph type="title"/>
          </p:nvPr>
        </p:nvSpPr>
        <p:spPr>
          <a:xfrm>
            <a:off x="430213" y="152400"/>
            <a:ext cx="6002337" cy="762000"/>
          </a:xfrm>
        </p:spPr>
        <p:txBody>
          <a:bodyPr anchor="ctr"/>
          <a:lstStyle/>
          <a:p>
            <a:pPr eaLnBrk="1" hangingPunct="1">
              <a:lnSpc>
                <a:spcPct val="90000"/>
              </a:lnSpc>
            </a:pPr>
            <a:r>
              <a:rPr lang="en-US" altLang="en-US" sz="3600">
                <a:latin typeface="Verdana" panose="020B0604030504040204" pitchFamily="34" charset="0"/>
                <a:ea typeface="Verdana" panose="020B0604030504040204" pitchFamily="34" charset="0"/>
                <a:cs typeface="Verdana" panose="020B0604030504040204" pitchFamily="34" charset="0"/>
              </a:rPr>
              <a:t>GRAPH DATABASES</a:t>
            </a:r>
          </a:p>
        </p:txBody>
      </p:sp>
      <p:sp>
        <p:nvSpPr>
          <p:cNvPr id="65539" name="Google Shape;586;g1c19b22ece8_0_283">
            <a:extLst>
              <a:ext uri="{FF2B5EF4-FFF2-40B4-BE49-F238E27FC236}">
                <a16:creationId xmlns:a16="http://schemas.microsoft.com/office/drawing/2014/main" id="{EC69A36D-E556-A6DD-C6FB-77162F193FCE}"/>
              </a:ext>
            </a:extLst>
          </p:cNvPr>
          <p:cNvSpPr txBox="1">
            <a:spLocks noGrp="1" noChangeArrowheads="1"/>
          </p:cNvSpPr>
          <p:nvPr>
            <p:ph type="body" sz="half" idx="1"/>
          </p:nvPr>
        </p:nvSpPr>
        <p:spPr>
          <a:xfrm>
            <a:off x="425450" y="1219200"/>
            <a:ext cx="4611688" cy="5029200"/>
          </a:xfrm>
        </p:spPr>
        <p:txBody>
          <a:bodyPr/>
          <a:lstStyle/>
          <a:p>
            <a:pPr marL="182563" indent="-157163" algn="just" eaLnBrk="1" hangingPunct="1">
              <a:lnSpc>
                <a:spcPct val="90000"/>
              </a:lnSpc>
              <a:spcBef>
                <a:spcPct val="0"/>
              </a:spcBef>
              <a:buSzPts val="2600"/>
            </a:pPr>
            <a:r>
              <a:rPr lang="en-US" altLang="en-US" sz="2600">
                <a:latin typeface="Verdana" panose="020B0604030504040204" pitchFamily="34" charset="0"/>
                <a:ea typeface="Verdana" panose="020B0604030504040204" pitchFamily="34" charset="0"/>
                <a:cs typeface="Verdana" panose="020B0604030504040204" pitchFamily="34" charset="0"/>
              </a:rPr>
              <a:t>Graph-oriented</a:t>
            </a:r>
          </a:p>
          <a:p>
            <a:pPr marL="182563" indent="-157163" algn="just" eaLnBrk="1" hangingPunct="1">
              <a:lnSpc>
                <a:spcPct val="90000"/>
              </a:lnSpc>
              <a:spcBef>
                <a:spcPts val="1200"/>
              </a:spcBef>
              <a:buSzPts val="2600"/>
            </a:pPr>
            <a:r>
              <a:rPr lang="en-US" altLang="en-US" sz="2600">
                <a:latin typeface="Verdana" panose="020B0604030504040204" pitchFamily="34" charset="0"/>
                <a:ea typeface="Verdana" panose="020B0604030504040204" pitchFamily="34" charset="0"/>
                <a:cs typeface="Verdana" panose="020B0604030504040204" pitchFamily="34" charset="0"/>
              </a:rPr>
              <a:t>Everything is stored as an edge, a node or an attribute.</a:t>
            </a:r>
          </a:p>
          <a:p>
            <a:pPr marL="182563" indent="-157163" algn="just" eaLnBrk="1" hangingPunct="1">
              <a:lnSpc>
                <a:spcPct val="90000"/>
              </a:lnSpc>
              <a:spcBef>
                <a:spcPts val="1200"/>
              </a:spcBef>
              <a:buSzPts val="2600"/>
            </a:pPr>
            <a:r>
              <a:rPr lang="en-US" altLang="en-US" sz="2600">
                <a:latin typeface="Verdana" panose="020B0604030504040204" pitchFamily="34" charset="0"/>
                <a:ea typeface="Verdana" panose="020B0604030504040204" pitchFamily="34" charset="0"/>
                <a:cs typeface="Verdana" panose="020B0604030504040204" pitchFamily="34" charset="0"/>
              </a:rPr>
              <a:t>Each node and edge can have any number of attributes. </a:t>
            </a:r>
          </a:p>
          <a:p>
            <a:pPr marL="182563" indent="-157163" algn="just" eaLnBrk="1" hangingPunct="1">
              <a:lnSpc>
                <a:spcPct val="90000"/>
              </a:lnSpc>
              <a:spcBef>
                <a:spcPts val="1200"/>
              </a:spcBef>
              <a:buSzPts val="2600"/>
            </a:pPr>
            <a:r>
              <a:rPr lang="en-US" altLang="en-US" sz="2600">
                <a:latin typeface="Verdana" panose="020B0604030504040204" pitchFamily="34" charset="0"/>
                <a:ea typeface="Verdana" panose="020B0604030504040204" pitchFamily="34" charset="0"/>
                <a:cs typeface="Verdana" panose="020B0604030504040204" pitchFamily="34" charset="0"/>
              </a:rPr>
              <a:t>Both the nodes and edges can be labelled.</a:t>
            </a:r>
          </a:p>
          <a:p>
            <a:pPr marL="182563" indent="-157163" algn="just" eaLnBrk="1" hangingPunct="1">
              <a:lnSpc>
                <a:spcPct val="90000"/>
              </a:lnSpc>
              <a:spcBef>
                <a:spcPts val="1200"/>
              </a:spcBef>
              <a:buSzPts val="2600"/>
            </a:pPr>
            <a:r>
              <a:rPr lang="en-US" altLang="en-US" sz="2600">
                <a:latin typeface="Verdana" panose="020B0604030504040204" pitchFamily="34" charset="0"/>
                <a:ea typeface="Verdana" panose="020B0604030504040204" pitchFamily="34" charset="0"/>
                <a:cs typeface="Verdana" panose="020B0604030504040204" pitchFamily="34" charset="0"/>
              </a:rPr>
              <a:t>Labels can be used to narrow searches.</a:t>
            </a:r>
          </a:p>
        </p:txBody>
      </p:sp>
      <p:sp>
        <p:nvSpPr>
          <p:cNvPr id="65540" name="Google Shape;587;g1c19b22ece8_0_283">
            <a:extLst>
              <a:ext uri="{FF2B5EF4-FFF2-40B4-BE49-F238E27FC236}">
                <a16:creationId xmlns:a16="http://schemas.microsoft.com/office/drawing/2014/main" id="{33D4B996-A7A5-8C50-317C-54383851CFC6}"/>
              </a:ext>
            </a:extLst>
          </p:cNvPr>
          <p:cNvSpPr>
            <a:spLocks noGrp="1" noChangeArrowheads="1"/>
          </p:cNvSpPr>
          <p:nvPr>
            <p:ph type="sldNum" sz="quarter" idx="10"/>
          </p:nvPr>
        </p:nvSpPr>
        <p:spPr>
          <a:xfrm>
            <a:off x="6127750" y="6429375"/>
            <a:ext cx="273050" cy="263525"/>
          </a:xfrm>
          <a:noFill/>
        </p:spPr>
        <p:txBody>
          <a:bodyPr anchor="ctr"/>
          <a:lstStyle/>
          <a:p>
            <a:fld id="{316928A5-62C1-4121-AF23-B1FF7ABBC4BC}" type="slidenum">
              <a:rPr lang="en-US" altLang="en-US"/>
              <a:pPr/>
              <a:t>48</a:t>
            </a:fld>
            <a:endParaRPr lang="en-US" altLang="en-US"/>
          </a:p>
        </p:txBody>
      </p:sp>
      <p:pic>
        <p:nvPicPr>
          <p:cNvPr id="65541" name="Google Shape;588;g1c19b22ece8_0_283" descr="Google Shape;588;g1c19b22ece8_0_283">
            <a:extLst>
              <a:ext uri="{FF2B5EF4-FFF2-40B4-BE49-F238E27FC236}">
                <a16:creationId xmlns:a16="http://schemas.microsoft.com/office/drawing/2014/main" id="{24C301B2-BC74-68C3-657A-653AE09438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0500" y="3521075"/>
            <a:ext cx="3000375"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Google Shape;593;g1f685ef6d38_0_817">
            <a:extLst>
              <a:ext uri="{FF2B5EF4-FFF2-40B4-BE49-F238E27FC236}">
                <a16:creationId xmlns:a16="http://schemas.microsoft.com/office/drawing/2014/main" id="{53A1F306-CF2B-25A8-F8B4-F5861A9B6C1F}"/>
              </a:ext>
            </a:extLst>
          </p:cNvPr>
          <p:cNvSpPr txBox="1">
            <a:spLocks noGrp="1" noChangeArrowheads="1"/>
          </p:cNvSpPr>
          <p:nvPr>
            <p:ph type="title"/>
          </p:nvPr>
        </p:nvSpPr>
        <p:spPr>
          <a:xfrm>
            <a:off x="430213" y="152400"/>
            <a:ext cx="6002337" cy="762000"/>
          </a:xfrm>
        </p:spPr>
        <p:txBody>
          <a:bodyPr anchor="ctr"/>
          <a:lstStyle/>
          <a:p>
            <a:pPr eaLnBrk="1" hangingPunct="1">
              <a:lnSpc>
                <a:spcPct val="90000"/>
              </a:lnSpc>
            </a:pPr>
            <a:r>
              <a:rPr lang="en-US" altLang="en-US" sz="3600">
                <a:latin typeface="Verdana" panose="020B0604030504040204" pitchFamily="34" charset="0"/>
                <a:ea typeface="Verdana" panose="020B0604030504040204" pitchFamily="34" charset="0"/>
                <a:cs typeface="Verdana" panose="020B0604030504040204" pitchFamily="34" charset="0"/>
              </a:rPr>
              <a:t>GRAPH DATABASES</a:t>
            </a:r>
          </a:p>
        </p:txBody>
      </p:sp>
      <p:sp>
        <p:nvSpPr>
          <p:cNvPr id="67587" name="Google Shape;594;g1f685ef6d38_0_817">
            <a:extLst>
              <a:ext uri="{FF2B5EF4-FFF2-40B4-BE49-F238E27FC236}">
                <a16:creationId xmlns:a16="http://schemas.microsoft.com/office/drawing/2014/main" id="{9A981E81-06A2-0552-2FD4-902ECA8124C6}"/>
              </a:ext>
            </a:extLst>
          </p:cNvPr>
          <p:cNvSpPr txBox="1">
            <a:spLocks noGrp="1" noChangeArrowheads="1"/>
          </p:cNvSpPr>
          <p:nvPr>
            <p:ph type="body" sz="half" idx="1"/>
          </p:nvPr>
        </p:nvSpPr>
        <p:spPr>
          <a:xfrm>
            <a:off x="425450" y="1219200"/>
            <a:ext cx="4394200" cy="5029200"/>
          </a:xfrm>
        </p:spPr>
        <p:txBody>
          <a:bodyPr/>
          <a:lstStyle/>
          <a:p>
            <a:pPr marL="182563" indent="-157163" algn="just" eaLnBrk="1" hangingPunct="1">
              <a:lnSpc>
                <a:spcPct val="81000"/>
              </a:lnSpc>
              <a:spcBef>
                <a:spcPct val="0"/>
              </a:spcBef>
              <a:buSzPts val="2600"/>
            </a:pPr>
            <a:r>
              <a:rPr lang="en-US" altLang="en-US" sz="2600">
                <a:latin typeface="Verdana" panose="020B0604030504040204" pitchFamily="34" charset="0"/>
                <a:ea typeface="Verdana" panose="020B0604030504040204" pitchFamily="34" charset="0"/>
                <a:cs typeface="Verdana" panose="020B0604030504040204" pitchFamily="34" charset="0"/>
              </a:rPr>
              <a:t>Relationships are represented as graphs.</a:t>
            </a:r>
          </a:p>
          <a:p>
            <a:pPr marL="182563" indent="-157163" algn="just" eaLnBrk="1" hangingPunct="1">
              <a:lnSpc>
                <a:spcPct val="81000"/>
              </a:lnSpc>
              <a:spcBef>
                <a:spcPts val="1200"/>
              </a:spcBef>
              <a:buSzPts val="2600"/>
            </a:pPr>
            <a:r>
              <a:rPr lang="en-US" altLang="en-US" sz="2600">
                <a:latin typeface="Verdana" panose="020B0604030504040204" pitchFamily="34" charset="0"/>
                <a:ea typeface="Verdana" panose="020B0604030504040204" pitchFamily="34" charset="0"/>
                <a:cs typeface="Verdana" panose="020B0604030504040204" pitchFamily="34" charset="0"/>
              </a:rPr>
              <a:t>There can be </a:t>
            </a:r>
            <a:r>
              <a:rPr lang="en-US" altLang="en-US" sz="2600">
                <a:solidFill>
                  <a:schemeClr val="accent2"/>
                </a:solidFill>
                <a:latin typeface="Verdana" panose="020B0604030504040204" pitchFamily="34" charset="0"/>
                <a:ea typeface="Verdana" panose="020B0604030504040204" pitchFamily="34" charset="0"/>
                <a:cs typeface="Verdana" panose="020B0604030504040204" pitchFamily="34" charset="0"/>
              </a:rPr>
              <a:t>multiple links between two nodes in a graph</a:t>
            </a:r>
            <a:r>
              <a:rPr lang="en-US" altLang="en-US" sz="2600">
                <a:latin typeface="Verdana" panose="020B0604030504040204" pitchFamily="34" charset="0"/>
                <a:ea typeface="Verdana" panose="020B0604030504040204" pitchFamily="34" charset="0"/>
                <a:cs typeface="Verdana" panose="020B0604030504040204" pitchFamily="34" charset="0"/>
              </a:rPr>
              <a:t>— representing the multiple relationships that the two nodes share</a:t>
            </a:r>
          </a:p>
          <a:p>
            <a:pPr marL="182563" indent="-157163" algn="just" eaLnBrk="1" hangingPunct="1">
              <a:lnSpc>
                <a:spcPct val="81000"/>
              </a:lnSpc>
              <a:spcBef>
                <a:spcPts val="1200"/>
              </a:spcBef>
              <a:buSzPts val="2600"/>
            </a:pPr>
            <a:r>
              <a:rPr lang="en-US" altLang="en-US" sz="2600">
                <a:latin typeface="Verdana" panose="020B0604030504040204" pitchFamily="34" charset="0"/>
                <a:ea typeface="Verdana" panose="020B0604030504040204" pitchFamily="34" charset="0"/>
                <a:cs typeface="Verdana" panose="020B0604030504040204" pitchFamily="34" charset="0"/>
              </a:rPr>
              <a:t>Example: social relationships between people, transport links between places</a:t>
            </a:r>
          </a:p>
        </p:txBody>
      </p:sp>
      <p:sp>
        <p:nvSpPr>
          <p:cNvPr id="67588" name="Google Shape;595;g1f685ef6d38_0_817">
            <a:extLst>
              <a:ext uri="{FF2B5EF4-FFF2-40B4-BE49-F238E27FC236}">
                <a16:creationId xmlns:a16="http://schemas.microsoft.com/office/drawing/2014/main" id="{A6EF18C3-D19A-A009-2A32-0A4BD4FFF36F}"/>
              </a:ext>
            </a:extLst>
          </p:cNvPr>
          <p:cNvSpPr>
            <a:spLocks noGrp="1" noChangeArrowheads="1"/>
          </p:cNvSpPr>
          <p:nvPr>
            <p:ph type="sldNum" sz="quarter" idx="10"/>
          </p:nvPr>
        </p:nvSpPr>
        <p:spPr>
          <a:xfrm>
            <a:off x="6127750" y="6429375"/>
            <a:ext cx="273050" cy="263525"/>
          </a:xfrm>
          <a:noFill/>
        </p:spPr>
        <p:txBody>
          <a:bodyPr anchor="ctr"/>
          <a:lstStyle/>
          <a:p>
            <a:fld id="{F2890DBE-A725-4A2F-AEB8-3079D405BE7C}" type="slidenum">
              <a:rPr lang="en-US" altLang="en-US"/>
              <a:pPr/>
              <a:t>49</a:t>
            </a:fld>
            <a:endParaRPr lang="en-US" altLang="en-US"/>
          </a:p>
        </p:txBody>
      </p:sp>
      <p:pic>
        <p:nvPicPr>
          <p:cNvPr id="67589" name="Google Shape;596;g1f685ef6d38_0_817" descr="Google Shape;596;g1f685ef6d38_0_817">
            <a:extLst>
              <a:ext uri="{FF2B5EF4-FFF2-40B4-BE49-F238E27FC236}">
                <a16:creationId xmlns:a16="http://schemas.microsoft.com/office/drawing/2014/main" id="{60BD3213-93A2-FA4D-D231-55566EBF9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2050" y="1066800"/>
            <a:ext cx="4019550" cy="449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Google Shape;602;g1f685ef6d38_0_829">
            <a:extLst>
              <a:ext uri="{FF2B5EF4-FFF2-40B4-BE49-F238E27FC236}">
                <a16:creationId xmlns:a16="http://schemas.microsoft.com/office/drawing/2014/main" id="{B7E61D63-C123-0CD0-C5ED-416B531B24FC}"/>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Advantages</a:t>
            </a:r>
          </a:p>
        </p:txBody>
      </p:sp>
      <p:sp>
        <p:nvSpPr>
          <p:cNvPr id="518" name="Google Shape;603;g1f685ef6d38_0_829">
            <a:extLst>
              <a:ext uri="{FF2B5EF4-FFF2-40B4-BE49-F238E27FC236}">
                <a16:creationId xmlns:a16="http://schemas.microsoft.com/office/drawing/2014/main" id="{1CF57C0B-3405-048B-B117-3CECD3FAE499}"/>
              </a:ext>
            </a:extLst>
          </p:cNvPr>
          <p:cNvSpPr txBox="1">
            <a:spLocks noGrp="1"/>
          </p:cNvSpPr>
          <p:nvPr>
            <p:ph type="body" idx="1"/>
          </p:nvPr>
        </p:nvSpPr>
        <p:spPr/>
        <p:txBody>
          <a:bodyPr>
            <a:normAutofit/>
          </a:bodyPr>
          <a:lstStyle/>
          <a:p>
            <a:pPr indent="-368300" algn="just" eaLnBrk="1" fontAlgn="auto" hangingPunct="1">
              <a:spcAft>
                <a:spcPts val="0"/>
              </a:spcAft>
              <a:buSzPts val="2200"/>
              <a:buFont typeface="Helvetica"/>
              <a:buChar char="-"/>
              <a:defRPr sz="2200"/>
            </a:pPr>
            <a:r>
              <a:rPr sz="2200">
                <a:sym typeface="Verdana"/>
              </a:rPr>
              <a:t>Graph databases can be considered as special purpose NoSQL databases </a:t>
            </a:r>
            <a:r>
              <a:rPr sz="2200" b="1">
                <a:sym typeface="Verdana"/>
              </a:rPr>
              <a:t>optimized for relation-heavy data.</a:t>
            </a:r>
          </a:p>
          <a:p>
            <a:pPr marL="0" indent="457200" algn="just" eaLnBrk="1" fontAlgn="auto" hangingPunct="1">
              <a:spcAft>
                <a:spcPts val="0"/>
              </a:spcAft>
              <a:buSzTx/>
              <a:buFont typeface="Helvetica"/>
              <a:buNone/>
              <a:defRPr sz="2200" b="1"/>
            </a:pPr>
            <a:endParaRPr sz="2200" b="1">
              <a:sym typeface="Verdana"/>
            </a:endParaRPr>
          </a:p>
          <a:p>
            <a:pPr indent="-368300" algn="just" eaLnBrk="1" fontAlgn="auto" hangingPunct="1">
              <a:spcAft>
                <a:spcPts val="0"/>
              </a:spcAft>
              <a:buSzPts val="2200"/>
              <a:buFont typeface="Helvetica"/>
              <a:buChar char="-"/>
              <a:defRPr sz="2200" b="1"/>
            </a:pPr>
            <a:r>
              <a:rPr sz="2200" b="1">
                <a:sym typeface="Verdana"/>
              </a:rPr>
              <a:t>Easy representation, retrieval and manipulation </a:t>
            </a:r>
            <a:r>
              <a:rPr sz="2200">
                <a:sym typeface="Verdana"/>
              </a:rPr>
              <a:t>of relationships between the entities in the system. </a:t>
            </a:r>
          </a:p>
          <a:p>
            <a:pPr marL="0" indent="457200" algn="just" eaLnBrk="1" fontAlgn="auto" hangingPunct="1">
              <a:spcAft>
                <a:spcPts val="0"/>
              </a:spcAft>
              <a:buSzTx/>
              <a:buFont typeface="Helvetica"/>
              <a:buNone/>
              <a:defRPr sz="2200"/>
            </a:pPr>
            <a:endParaRPr sz="2200">
              <a:sym typeface="Verdana"/>
            </a:endParaRPr>
          </a:p>
          <a:p>
            <a:pPr indent="-368300" algn="just" eaLnBrk="1" fontAlgn="auto" hangingPunct="1">
              <a:spcAft>
                <a:spcPts val="0"/>
              </a:spcAft>
              <a:buSzPts val="2200"/>
              <a:buFont typeface="Helvetica"/>
              <a:buChar char="-"/>
              <a:defRPr sz="2200"/>
            </a:pPr>
            <a:r>
              <a:rPr sz="2200">
                <a:sym typeface="Verdana"/>
              </a:rPr>
              <a:t>It is not uncommon to store data in a document store and relationships in a graph database. </a:t>
            </a:r>
          </a:p>
        </p:txBody>
      </p:sp>
      <p:sp>
        <p:nvSpPr>
          <p:cNvPr id="69636" name="Google Shape;604;g1f685ef6d38_0_829">
            <a:extLst>
              <a:ext uri="{FF2B5EF4-FFF2-40B4-BE49-F238E27FC236}">
                <a16:creationId xmlns:a16="http://schemas.microsoft.com/office/drawing/2014/main" id="{E02E2BC5-EF62-14AF-5285-2821BEA08FC6}"/>
              </a:ext>
            </a:extLst>
          </p:cNvPr>
          <p:cNvSpPr>
            <a:spLocks noGrp="1" noChangeArrowheads="1"/>
          </p:cNvSpPr>
          <p:nvPr>
            <p:ph type="sldNum" sz="quarter" idx="10"/>
          </p:nvPr>
        </p:nvSpPr>
        <p:spPr>
          <a:noFill/>
        </p:spPr>
        <p:txBody>
          <a:bodyPr/>
          <a:lstStyle/>
          <a:p>
            <a:fld id="{0295B92F-F639-4018-9D76-AFA8C15FADB0}" type="slidenum">
              <a:rPr lang="en-US" altLang="en-US"/>
              <a:pPr/>
              <a:t>50</a:t>
            </a:fld>
            <a:endParaRPr lang="en-US" altLang="en-US"/>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Google Shape;610;g1f685ef6d38_0_836">
            <a:extLst>
              <a:ext uri="{FF2B5EF4-FFF2-40B4-BE49-F238E27FC236}">
                <a16:creationId xmlns:a16="http://schemas.microsoft.com/office/drawing/2014/main" id="{2B45A84C-079A-4485-7868-7D1DE8FCE46E}"/>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EXAMPLES</a:t>
            </a:r>
          </a:p>
        </p:txBody>
      </p:sp>
      <p:sp>
        <p:nvSpPr>
          <p:cNvPr id="70659" name="Google Shape;611;g1f685ef6d38_0_836">
            <a:extLst>
              <a:ext uri="{FF2B5EF4-FFF2-40B4-BE49-F238E27FC236}">
                <a16:creationId xmlns:a16="http://schemas.microsoft.com/office/drawing/2014/main" id="{C9E1D274-CB57-BD5E-3DB7-C405AE166385}"/>
              </a:ext>
            </a:extLst>
          </p:cNvPr>
          <p:cNvSpPr>
            <a:spLocks noGrp="1" noChangeArrowheads="1"/>
          </p:cNvSpPr>
          <p:nvPr>
            <p:ph type="sldNum" sz="quarter" idx="10"/>
          </p:nvPr>
        </p:nvSpPr>
        <p:spPr>
          <a:noFill/>
        </p:spPr>
        <p:txBody>
          <a:bodyPr/>
          <a:lstStyle/>
          <a:p>
            <a:fld id="{26DDC481-03BD-4F12-8250-3846F7719530}" type="slidenum">
              <a:rPr lang="en-US" altLang="en-US"/>
              <a:pPr/>
              <a:t>51</a:t>
            </a:fld>
            <a:endParaRPr lang="en-US" altLang="en-US"/>
          </a:p>
        </p:txBody>
      </p:sp>
      <p:pic>
        <p:nvPicPr>
          <p:cNvPr id="70660" name="Google Shape;612;g1f685ef6d38_0_836" descr="Google Shape;612;g1f685ef6d38_0_836">
            <a:extLst>
              <a:ext uri="{FF2B5EF4-FFF2-40B4-BE49-F238E27FC236}">
                <a16:creationId xmlns:a16="http://schemas.microsoft.com/office/drawing/2014/main" id="{69C503DB-B597-AB80-9842-453F5F22DF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1724025"/>
            <a:ext cx="7219950"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Google Shape;618;g1f685ef6d38_0_853">
            <a:extLst>
              <a:ext uri="{FF2B5EF4-FFF2-40B4-BE49-F238E27FC236}">
                <a16:creationId xmlns:a16="http://schemas.microsoft.com/office/drawing/2014/main" id="{4B16C6B1-D1B0-EDCA-D48C-9DF63013C408}"/>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Comparing the models</a:t>
            </a:r>
          </a:p>
        </p:txBody>
      </p:sp>
      <p:sp>
        <p:nvSpPr>
          <p:cNvPr id="71683" name="Google Shape;619;g1f685ef6d38_0_853">
            <a:extLst>
              <a:ext uri="{FF2B5EF4-FFF2-40B4-BE49-F238E27FC236}">
                <a16:creationId xmlns:a16="http://schemas.microsoft.com/office/drawing/2014/main" id="{81396212-6797-AE7A-0179-5E44567041B7}"/>
              </a:ext>
            </a:extLst>
          </p:cNvPr>
          <p:cNvSpPr>
            <a:spLocks noGrp="1" noChangeArrowheads="1"/>
          </p:cNvSpPr>
          <p:nvPr>
            <p:ph type="sldNum" sz="quarter" idx="10"/>
          </p:nvPr>
        </p:nvSpPr>
        <p:spPr>
          <a:noFill/>
        </p:spPr>
        <p:txBody>
          <a:bodyPr/>
          <a:lstStyle/>
          <a:p>
            <a:fld id="{DCBB5611-8F26-42C9-901F-0A89666E37DD}" type="slidenum">
              <a:rPr lang="en-US" altLang="en-US"/>
              <a:pPr/>
              <a:t>52</a:t>
            </a:fld>
            <a:endParaRPr lang="en-US" altLang="en-US"/>
          </a:p>
        </p:txBody>
      </p:sp>
      <p:pic>
        <p:nvPicPr>
          <p:cNvPr id="71684" name="Google Shape;620;g1f685ef6d38_0_853" descr="Google Shape;620;g1f685ef6d38_0_853">
            <a:extLst>
              <a:ext uri="{FF2B5EF4-FFF2-40B4-BE49-F238E27FC236}">
                <a16:creationId xmlns:a16="http://schemas.microsoft.com/office/drawing/2014/main" id="{E7369CE0-7A31-F33D-CBBC-F361E9DE28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2700" y="1095375"/>
            <a:ext cx="6248400" cy="562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Google Shape;626;g1f685ef6d38_0_862">
            <a:extLst>
              <a:ext uri="{FF2B5EF4-FFF2-40B4-BE49-F238E27FC236}">
                <a16:creationId xmlns:a16="http://schemas.microsoft.com/office/drawing/2014/main" id="{ACF8009F-D9E1-F497-5147-A735F454B511}"/>
              </a:ext>
            </a:extLst>
          </p:cNvPr>
          <p:cNvSpPr txBox="1">
            <a:spLocks noGrp="1" noChangeArrowheads="1"/>
          </p:cNvSpPr>
          <p:nvPr>
            <p:ph type="title"/>
          </p:nvPr>
        </p:nvSpPr>
        <p:spPr>
          <a:xfrm>
            <a:off x="730250" y="2970213"/>
            <a:ext cx="8001000" cy="762000"/>
          </a:xfrm>
        </p:spPr>
        <p:txBody>
          <a:bodyPr/>
          <a:lstStyle/>
          <a:p>
            <a:pPr eaLnBrk="1" hangingPunct="1">
              <a:lnSpc>
                <a:spcPct val="90000"/>
              </a:lnSpc>
            </a:pPr>
            <a:r>
              <a:rPr lang="en-US" altLang="en-US" sz="3500">
                <a:latin typeface="Verdana" panose="020B0604030504040204" pitchFamily="34" charset="0"/>
                <a:ea typeface="Verdana" panose="020B0604030504040204" pitchFamily="34" charset="0"/>
                <a:cs typeface="Verdana" panose="020B0604030504040204" pitchFamily="34" charset="0"/>
              </a:rPr>
              <a:t>Advantages and Drawbacks</a:t>
            </a:r>
          </a:p>
        </p:txBody>
      </p:sp>
      <p:sp>
        <p:nvSpPr>
          <p:cNvPr id="72707" name="Google Shape;627;g1f685ef6d38_0_862">
            <a:extLst>
              <a:ext uri="{FF2B5EF4-FFF2-40B4-BE49-F238E27FC236}">
                <a16:creationId xmlns:a16="http://schemas.microsoft.com/office/drawing/2014/main" id="{D1A5D6CA-322C-5BD6-6B2B-D5BAF2A1C0C3}"/>
              </a:ext>
            </a:extLst>
          </p:cNvPr>
          <p:cNvSpPr>
            <a:spLocks noGrp="1" noChangeArrowheads="1"/>
          </p:cNvSpPr>
          <p:nvPr>
            <p:ph type="sldNum" sz="quarter" idx="10"/>
          </p:nvPr>
        </p:nvSpPr>
        <p:spPr>
          <a:noFill/>
        </p:spPr>
        <p:txBody>
          <a:bodyPr/>
          <a:lstStyle/>
          <a:p>
            <a:fld id="{99EC490F-13B8-4C2D-9053-D3D237ED690A}" type="slidenum">
              <a:rPr lang="en-US" altLang="en-US"/>
              <a:pPr/>
              <a:t>53</a:t>
            </a:fld>
            <a:endParaRPr lang="en-US" altLang="en-US"/>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5D44155F-2D3D-6236-C1A3-5B0ABA6ED7CD}"/>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Advantages and Drawbacks</a:t>
            </a:r>
          </a:p>
        </p:txBody>
      </p:sp>
      <p:sp>
        <p:nvSpPr>
          <p:cNvPr id="533" name="Text Placeholder 2">
            <a:extLst>
              <a:ext uri="{FF2B5EF4-FFF2-40B4-BE49-F238E27FC236}">
                <a16:creationId xmlns:a16="http://schemas.microsoft.com/office/drawing/2014/main" id="{B98C58AB-3566-3AFC-8E92-71BF9FE324A1}"/>
              </a:ext>
            </a:extLst>
          </p:cNvPr>
          <p:cNvSpPr txBox="1">
            <a:spLocks noGrp="1"/>
          </p:cNvSpPr>
          <p:nvPr>
            <p:ph type="body" idx="1"/>
          </p:nvPr>
        </p:nvSpPr>
        <p:spPr/>
        <p:txBody>
          <a:bodyPr>
            <a:normAutofit/>
          </a:bodyPr>
          <a:lstStyle/>
          <a:p>
            <a:pPr marL="0" indent="114300" eaLnBrk="1" fontAlgn="auto" hangingPunct="1">
              <a:spcAft>
                <a:spcPts val="0"/>
              </a:spcAft>
              <a:buSzTx/>
              <a:buFont typeface="Helvetica"/>
              <a:buNone/>
              <a:defRPr sz="2000"/>
            </a:pPr>
            <a:r>
              <a:rPr sz="2000">
                <a:sym typeface="Verdana"/>
              </a:rPr>
              <a:t>We will take </a:t>
            </a:r>
            <a:r>
              <a:rPr sz="2000" b="1">
                <a:sym typeface="Verdana"/>
              </a:rPr>
              <a:t>three different representative application requirements</a:t>
            </a:r>
            <a:r>
              <a:rPr sz="2000">
                <a:sym typeface="Verdana"/>
              </a:rPr>
              <a:t> and discuss advantages and disadvantages of using NoSQL</a:t>
            </a:r>
          </a:p>
          <a:p>
            <a:pPr marL="571500" indent="-457200" eaLnBrk="1" fontAlgn="auto" hangingPunct="1">
              <a:spcAft>
                <a:spcPts val="0"/>
              </a:spcAft>
              <a:buSzPts val="2000"/>
              <a:buFontTx/>
              <a:buAutoNum type="arabicPeriod"/>
              <a:defRPr sz="2000"/>
            </a:pPr>
            <a:r>
              <a:rPr sz="2000">
                <a:sym typeface="Verdana"/>
              </a:rPr>
              <a:t>Transactional application</a:t>
            </a:r>
          </a:p>
          <a:p>
            <a:pPr marL="571500" indent="-457200" eaLnBrk="1" fontAlgn="auto" hangingPunct="1">
              <a:spcAft>
                <a:spcPts val="0"/>
              </a:spcAft>
              <a:buSzPts val="2000"/>
              <a:buFontTx/>
              <a:buAutoNum type="arabicPeriod"/>
              <a:defRPr sz="2000"/>
            </a:pPr>
            <a:r>
              <a:rPr sz="2000">
                <a:sym typeface="Verdana"/>
              </a:rPr>
              <a:t>Computational application</a:t>
            </a:r>
          </a:p>
          <a:p>
            <a:pPr marL="571500" indent="-457200" eaLnBrk="1" fontAlgn="auto" hangingPunct="1">
              <a:spcAft>
                <a:spcPts val="0"/>
              </a:spcAft>
              <a:buSzPts val="2000"/>
              <a:buFontTx/>
              <a:buAutoNum type="arabicPeriod"/>
              <a:defRPr sz="2000"/>
            </a:pPr>
            <a:r>
              <a:rPr sz="2000">
                <a:sym typeface="Verdana"/>
              </a:rPr>
              <a:t>Web-scale application</a:t>
            </a:r>
          </a:p>
        </p:txBody>
      </p:sp>
      <p:sp>
        <p:nvSpPr>
          <p:cNvPr id="73732" name="Slide Number Placeholder 3">
            <a:extLst>
              <a:ext uri="{FF2B5EF4-FFF2-40B4-BE49-F238E27FC236}">
                <a16:creationId xmlns:a16="http://schemas.microsoft.com/office/drawing/2014/main" id="{E3629386-C6A4-E177-7ACF-0AE8A83CB407}"/>
              </a:ext>
            </a:extLst>
          </p:cNvPr>
          <p:cNvSpPr>
            <a:spLocks noGrp="1" noChangeArrowheads="1"/>
          </p:cNvSpPr>
          <p:nvPr>
            <p:ph type="sldNum" sz="quarter" idx="10"/>
          </p:nvPr>
        </p:nvSpPr>
        <p:spPr>
          <a:noFill/>
        </p:spPr>
        <p:txBody>
          <a:bodyPr/>
          <a:lstStyle/>
          <a:p>
            <a:fld id="{AF7D9353-4F60-48E6-A240-B0A556A64423}" type="slidenum">
              <a:rPr lang="en-US" altLang="en-US"/>
              <a:pPr/>
              <a:t>54</a:t>
            </a:fld>
            <a:endParaRPr lang="en-US" altLang="en-US"/>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F1E2D6C2-1E91-62CE-A8E1-177577C48CEF}"/>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1.Transactional application</a:t>
            </a:r>
          </a:p>
        </p:txBody>
      </p:sp>
      <p:sp>
        <p:nvSpPr>
          <p:cNvPr id="537" name="Text Placeholder 2">
            <a:extLst>
              <a:ext uri="{FF2B5EF4-FFF2-40B4-BE49-F238E27FC236}">
                <a16:creationId xmlns:a16="http://schemas.microsoft.com/office/drawing/2014/main" id="{9BEC2F9B-21BC-CC8C-53FD-04D222A09381}"/>
              </a:ext>
            </a:extLst>
          </p:cNvPr>
          <p:cNvSpPr txBox="1">
            <a:spLocks noGrp="1"/>
          </p:cNvSpPr>
          <p:nvPr>
            <p:ph type="body" idx="1"/>
          </p:nvPr>
        </p:nvSpPr>
        <p:spPr/>
        <p:txBody>
          <a:bodyPr>
            <a:normAutofit/>
          </a:bodyPr>
          <a:lstStyle/>
          <a:p>
            <a:pPr algn="just" eaLnBrk="1" fontAlgn="auto" hangingPunct="1">
              <a:spcAft>
                <a:spcPts val="0"/>
              </a:spcAft>
              <a:buSzPts val="1600"/>
              <a:buFont typeface="Helvetica"/>
              <a:buChar char="□"/>
              <a:defRPr sz="1600"/>
            </a:pPr>
            <a:r>
              <a:rPr sz="1600">
                <a:sym typeface="Verdana"/>
              </a:rPr>
              <a:t>This type of application has data that is highly </a:t>
            </a:r>
            <a:r>
              <a:rPr sz="1600" b="1">
                <a:sym typeface="Verdana"/>
              </a:rPr>
              <a:t>relational in nature.</a:t>
            </a:r>
          </a:p>
          <a:p>
            <a:pPr algn="just" eaLnBrk="1" fontAlgn="auto" hangingPunct="1">
              <a:spcAft>
                <a:spcPts val="0"/>
              </a:spcAft>
              <a:buSzPts val="1600"/>
              <a:buFont typeface="Helvetica"/>
              <a:buChar char="□"/>
              <a:defRPr sz="1600"/>
            </a:pPr>
            <a:r>
              <a:rPr sz="1600">
                <a:sym typeface="Verdana"/>
              </a:rPr>
              <a:t>An </a:t>
            </a:r>
            <a:r>
              <a:rPr sz="1600" b="1">
                <a:sym typeface="Verdana"/>
              </a:rPr>
              <a:t>example</a:t>
            </a:r>
            <a:r>
              <a:rPr sz="1600">
                <a:sym typeface="Verdana"/>
              </a:rPr>
              <a:t> of this is the application at the point-of-sales at a </a:t>
            </a:r>
            <a:r>
              <a:rPr sz="1600" b="1">
                <a:sym typeface="Verdana"/>
              </a:rPr>
              <a:t>grocery shop</a:t>
            </a:r>
            <a:r>
              <a:rPr sz="1600">
                <a:sym typeface="Verdana"/>
              </a:rPr>
              <a:t> or an enterprise resource management application. The key here is data consistency. </a:t>
            </a:r>
          </a:p>
          <a:p>
            <a:pPr marL="0" indent="114300" algn="just" eaLnBrk="1" fontAlgn="auto" hangingPunct="1">
              <a:spcAft>
                <a:spcPts val="0"/>
              </a:spcAft>
              <a:buSzTx/>
              <a:buFont typeface="Helvetica"/>
              <a:buNone/>
              <a:defRPr sz="1600" b="1"/>
            </a:pPr>
            <a:r>
              <a:rPr sz="1600" b="1">
                <a:sym typeface="Verdana"/>
              </a:rPr>
              <a:t>Entity schema requirements</a:t>
            </a:r>
          </a:p>
          <a:p>
            <a:pPr algn="just" eaLnBrk="1" fontAlgn="auto" hangingPunct="1">
              <a:spcAft>
                <a:spcPts val="0"/>
              </a:spcAft>
              <a:buSzPts val="1600"/>
              <a:buFont typeface="Helvetica"/>
              <a:buChar char="□"/>
              <a:defRPr sz="1600"/>
            </a:pPr>
            <a:r>
              <a:rPr sz="1600">
                <a:sym typeface="Verdana"/>
              </a:rPr>
              <a:t>For a transactional application, general requirements for the entity schema include:</a:t>
            </a:r>
          </a:p>
          <a:p>
            <a:pPr algn="just" eaLnBrk="1" fontAlgn="auto" hangingPunct="1">
              <a:spcAft>
                <a:spcPts val="0"/>
              </a:spcAft>
              <a:buSzPts val="1600"/>
              <a:buFont typeface="Helvetica"/>
              <a:buChar char="□"/>
              <a:defRPr sz="1600"/>
            </a:pPr>
            <a:r>
              <a:rPr sz="1600">
                <a:sym typeface="Verdana"/>
              </a:rPr>
              <a:t>Highly structured definition—properties, types, and constraints, if applicable</a:t>
            </a:r>
          </a:p>
          <a:p>
            <a:pPr algn="just" eaLnBrk="1" fontAlgn="auto" hangingPunct="1">
              <a:spcAft>
                <a:spcPts val="0"/>
              </a:spcAft>
              <a:buSzPts val="1600"/>
              <a:buFont typeface="Helvetica"/>
              <a:buChar char="□"/>
              <a:defRPr sz="1600"/>
            </a:pPr>
            <a:r>
              <a:rPr sz="1600">
                <a:sym typeface="Verdana"/>
              </a:rPr>
              <a:t>Ability to define relationships—parent versus child keys</a:t>
            </a:r>
          </a:p>
          <a:p>
            <a:pPr algn="just" eaLnBrk="1" fontAlgn="auto" hangingPunct="1">
              <a:spcAft>
                <a:spcPts val="0"/>
              </a:spcAft>
              <a:buSzPts val="1600"/>
              <a:buFont typeface="Helvetica"/>
              <a:buChar char="□"/>
              <a:defRPr sz="1600"/>
            </a:pPr>
            <a:r>
              <a:rPr sz="1600">
                <a:sym typeface="Verdana"/>
              </a:rPr>
              <a:t>Schema does not evolve or vary too much over time.</a:t>
            </a:r>
          </a:p>
          <a:p>
            <a:pPr marL="0" indent="114300" algn="just" eaLnBrk="1" fontAlgn="auto" hangingPunct="1">
              <a:spcAft>
                <a:spcPts val="0"/>
              </a:spcAft>
              <a:buSzTx/>
              <a:buFont typeface="Helvetica"/>
              <a:buNone/>
              <a:defRPr sz="1600" b="1"/>
            </a:pPr>
            <a:r>
              <a:rPr sz="1600" b="1">
                <a:sym typeface="Verdana"/>
              </a:rPr>
              <a:t>Data access requirements</a:t>
            </a:r>
          </a:p>
          <a:p>
            <a:pPr algn="just" eaLnBrk="1" fontAlgn="auto" hangingPunct="1">
              <a:spcAft>
                <a:spcPts val="0"/>
              </a:spcAft>
              <a:buSzPts val="1600"/>
              <a:buFont typeface="Helvetica"/>
              <a:buChar char="□"/>
              <a:defRPr sz="1600"/>
            </a:pPr>
            <a:r>
              <a:rPr sz="1600">
                <a:sym typeface="Verdana"/>
              </a:rPr>
              <a:t>From a data access perspective, we would have the following requirements:</a:t>
            </a:r>
          </a:p>
          <a:p>
            <a:pPr algn="just" eaLnBrk="1" fontAlgn="auto" hangingPunct="1">
              <a:spcAft>
                <a:spcPts val="0"/>
              </a:spcAft>
              <a:buSzPts val="1600"/>
              <a:buFont typeface="Helvetica"/>
              <a:buChar char="□"/>
              <a:defRPr sz="1600"/>
            </a:pPr>
            <a:r>
              <a:rPr sz="1600">
                <a:sym typeface="Verdana"/>
              </a:rPr>
              <a:t>Consistency—any read should return latest updated data</a:t>
            </a:r>
          </a:p>
          <a:p>
            <a:pPr algn="just" eaLnBrk="1" fontAlgn="auto" hangingPunct="1">
              <a:spcAft>
                <a:spcPts val="0"/>
              </a:spcAft>
              <a:buSzPts val="1600"/>
              <a:buFont typeface="Helvetica"/>
              <a:buChar char="□"/>
              <a:defRPr sz="1600"/>
            </a:pPr>
            <a:r>
              <a:rPr sz="1600">
                <a:sym typeface="Verdana"/>
              </a:rPr>
              <a:t>More often than not, the entire record (row) will be retrieved</a:t>
            </a:r>
          </a:p>
          <a:p>
            <a:pPr algn="just" eaLnBrk="1" fontAlgn="auto" hangingPunct="1">
              <a:spcAft>
                <a:spcPts val="0"/>
              </a:spcAft>
              <a:buSzPts val="1600"/>
              <a:buFont typeface="Helvetica"/>
              <a:buChar char="□"/>
              <a:defRPr sz="1600"/>
            </a:pPr>
            <a:r>
              <a:rPr sz="1600">
                <a:sym typeface="Verdana"/>
              </a:rPr>
              <a:t>Cross-entity (table) data access may be frequent</a:t>
            </a:r>
          </a:p>
        </p:txBody>
      </p:sp>
      <p:sp>
        <p:nvSpPr>
          <p:cNvPr id="74756" name="Slide Number Placeholder 3">
            <a:extLst>
              <a:ext uri="{FF2B5EF4-FFF2-40B4-BE49-F238E27FC236}">
                <a16:creationId xmlns:a16="http://schemas.microsoft.com/office/drawing/2014/main" id="{BAB85CCE-9C4C-D8E5-D995-85E2C98B26B3}"/>
              </a:ext>
            </a:extLst>
          </p:cNvPr>
          <p:cNvSpPr>
            <a:spLocks noGrp="1" noChangeArrowheads="1"/>
          </p:cNvSpPr>
          <p:nvPr>
            <p:ph type="sldNum" sz="quarter" idx="10"/>
          </p:nvPr>
        </p:nvSpPr>
        <p:spPr>
          <a:noFill/>
        </p:spPr>
        <p:txBody>
          <a:bodyPr/>
          <a:lstStyle/>
          <a:p>
            <a:fld id="{B2CAE52E-F6A0-41C6-A12A-503F026A02DD}" type="slidenum">
              <a:rPr lang="en-US" altLang="en-US"/>
              <a:pPr/>
              <a:t>55</a:t>
            </a:fld>
            <a:endParaRPr lang="en-US" altLang="en-US"/>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93CF5C6C-204C-F22A-F6CD-BE36A80DA3C4}"/>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1.Transactional application (Contd…)</a:t>
            </a:r>
          </a:p>
        </p:txBody>
      </p:sp>
      <p:sp>
        <p:nvSpPr>
          <p:cNvPr id="75779" name="Text Placeholder 2">
            <a:extLst>
              <a:ext uri="{FF2B5EF4-FFF2-40B4-BE49-F238E27FC236}">
                <a16:creationId xmlns:a16="http://schemas.microsoft.com/office/drawing/2014/main" id="{92CF7866-55A2-084B-82F7-2D89C47F5935}"/>
              </a:ext>
            </a:extLst>
          </p:cNvPr>
          <p:cNvSpPr txBox="1">
            <a:spLocks noGrp="1" noChangeArrowheads="1"/>
          </p:cNvSpPr>
          <p:nvPr>
            <p:ph type="body" idx="1"/>
          </p:nvPr>
        </p:nvSpPr>
        <p:spPr/>
        <p:txBody>
          <a:bodyPr/>
          <a:lstStyle/>
          <a:p>
            <a:pPr marL="0" indent="114300" eaLnBrk="1" hangingPunct="1">
              <a:buSzTx/>
              <a:buFont typeface="Helvetica" panose="020B0604020202020204" pitchFamily="34" charset="0"/>
              <a:buNone/>
            </a:pPr>
            <a:r>
              <a:rPr lang="en-US" altLang="en-US" sz="1400" b="1">
                <a:latin typeface="Verdana" panose="020B0604030504040204" pitchFamily="34" charset="0"/>
                <a:ea typeface="Verdana" panose="020B0604030504040204" pitchFamily="34" charset="0"/>
                <a:cs typeface="Verdana" panose="020B0604030504040204" pitchFamily="34" charset="0"/>
              </a:rPr>
              <a:t>What NoSQL can do </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For a transactional application, NoSQL can help as follows: </a:t>
            </a:r>
          </a:p>
          <a:p>
            <a:pPr marL="0" indent="114300" eaLnBrk="1" hangingPunct="1">
              <a:buSzTx/>
              <a:buFont typeface="Helvetica" panose="020B0604020202020204" pitchFamily="34" charset="0"/>
              <a:buNone/>
            </a:pPr>
            <a:r>
              <a:rPr lang="en-US" altLang="en-US" sz="1400" b="1">
                <a:latin typeface="Verdana" panose="020B0604030504040204" pitchFamily="34" charset="0"/>
                <a:ea typeface="Verdana" panose="020B0604030504040204" pitchFamily="34" charset="0"/>
                <a:cs typeface="Verdana" panose="020B0604030504040204" pitchFamily="34" charset="0"/>
              </a:rPr>
              <a:t>Column-oriented database helps define structure. </a:t>
            </a:r>
            <a:r>
              <a:rPr lang="en-US" altLang="en-US" sz="1400">
                <a:latin typeface="Verdana" panose="020B0604030504040204" pitchFamily="34" charset="0"/>
                <a:ea typeface="Verdana" panose="020B0604030504040204" pitchFamily="34" charset="0"/>
                <a:cs typeface="Verdana" panose="020B0604030504040204" pitchFamily="34" charset="0"/>
              </a:rPr>
              <a:t>If need be, it can be changed over time. </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Document-oriented database can help implement JOIN or create views. </a:t>
            </a:r>
          </a:p>
          <a:p>
            <a:pPr marL="0" indent="114300" eaLnBrk="1" hangingPunct="1">
              <a:buSzTx/>
              <a:buFont typeface="Helvetica" panose="020B0604020202020204" pitchFamily="34" charset="0"/>
              <a:buNone/>
            </a:pPr>
            <a:r>
              <a:rPr lang="en-US" altLang="en-US" sz="1400" b="1">
                <a:latin typeface="Verdana" panose="020B0604030504040204" pitchFamily="34" charset="0"/>
                <a:ea typeface="Verdana" panose="020B0604030504040204" pitchFamily="34" charset="0"/>
                <a:cs typeface="Verdana" panose="020B0604030504040204" pitchFamily="34" charset="0"/>
              </a:rPr>
              <a:t>What NoSQL cannot do</a:t>
            </a:r>
            <a:r>
              <a:rPr lang="en-US" altLang="en-US" sz="1400">
                <a:latin typeface="Verdana" panose="020B0604030504040204" pitchFamily="34" charset="0"/>
                <a:ea typeface="Verdana" panose="020B0604030504040204" pitchFamily="34" charset="0"/>
                <a:cs typeface="Verdana" panose="020B0604030504040204" pitchFamily="34" charset="0"/>
              </a:rPr>
              <a:t> </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Using NoSQL will result in a few limitations for a transactional application: Inability to define relationships Absence of transactions </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Unavailability of ACID properties in operations</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Using Cassandra or CouchDB can be overkill if we compare them to, for example, MySQL or PostgreSQL—they do not unleash their true power in a single-machine installation </a:t>
            </a:r>
          </a:p>
          <a:p>
            <a:pPr marL="0" indent="114300" eaLnBrk="1" hangingPunct="1">
              <a:buSzTx/>
              <a:buFont typeface="Helvetica" panose="020B0604020202020204" pitchFamily="34" charset="0"/>
              <a:buNone/>
            </a:pPr>
            <a:r>
              <a:rPr lang="en-US" altLang="en-US" sz="1400" b="1">
                <a:latin typeface="Verdana" panose="020B0604030504040204" pitchFamily="34" charset="0"/>
                <a:ea typeface="Verdana" panose="020B0604030504040204" pitchFamily="34" charset="0"/>
                <a:cs typeface="Verdana" panose="020B0604030504040204" pitchFamily="34" charset="0"/>
              </a:rPr>
              <a:t>Absence of support for JOIN</a:t>
            </a:r>
            <a:r>
              <a:rPr lang="en-US" altLang="en-US" sz="1400">
                <a:latin typeface="Verdana" panose="020B0604030504040204" pitchFamily="34" charset="0"/>
                <a:ea typeface="Verdana" panose="020B0604030504040204" pitchFamily="34" charset="0"/>
                <a:cs typeface="Verdana" panose="020B0604030504040204" pitchFamily="34" charset="0"/>
              </a:rPr>
              <a:t> and cross-entity query, though document-oriented stores support it by way of MapReduce but the efforts may be substantial as the queries get complex </a:t>
            </a:r>
          </a:p>
          <a:p>
            <a:pPr marL="0" indent="114300" eaLnBrk="1" hangingPunct="1">
              <a:buSzTx/>
              <a:buFont typeface="Helvetica" panose="020B0604020202020204" pitchFamily="34" charset="0"/>
              <a:buNone/>
            </a:pPr>
            <a:r>
              <a:rPr lang="en-US" altLang="en-US" sz="1800" b="1">
                <a:latin typeface="Verdana" panose="020B0604030504040204" pitchFamily="34" charset="0"/>
                <a:ea typeface="Verdana" panose="020B0604030504040204" pitchFamily="34" charset="0"/>
                <a:cs typeface="Verdana" panose="020B0604030504040204" pitchFamily="34" charset="0"/>
              </a:rPr>
              <a:t>Decision</a:t>
            </a:r>
            <a:r>
              <a:rPr lang="en-US" altLang="en-US" sz="1400" b="1">
                <a:latin typeface="Verdana" panose="020B0604030504040204" pitchFamily="34" charset="0"/>
                <a:ea typeface="Verdana" panose="020B0604030504040204" pitchFamily="34" charset="0"/>
                <a:cs typeface="Verdana" panose="020B0604030504040204" pitchFamily="34" charset="0"/>
              </a:rPr>
              <a:t> </a:t>
            </a:r>
          </a:p>
          <a:p>
            <a:pPr marL="0" indent="114300" eaLnBrk="1" hangingPunct="1">
              <a:buSzTx/>
              <a:buFont typeface="Helvetica" panose="020B0604020202020204" pitchFamily="34" charset="0"/>
              <a:buNone/>
            </a:pPr>
            <a:r>
              <a:rPr lang="en-US" altLang="en-US" sz="1800">
                <a:solidFill>
                  <a:srgbClr val="FF0000"/>
                </a:solidFill>
                <a:latin typeface="Verdana" panose="020B0604030504040204" pitchFamily="34" charset="0"/>
                <a:ea typeface="Verdana" panose="020B0604030504040204" pitchFamily="34" charset="0"/>
                <a:cs typeface="Verdana" panose="020B0604030504040204" pitchFamily="34" charset="0"/>
              </a:rPr>
              <a:t>Choose RDBMS rather than NoSQL.</a:t>
            </a:r>
            <a:r>
              <a:rPr lang="en-US" altLang="en-US" sz="1400">
                <a:latin typeface="Verdana" panose="020B0604030504040204" pitchFamily="34" charset="0"/>
                <a:ea typeface="Verdana" panose="020B0604030504040204" pitchFamily="34" charset="0"/>
                <a:cs typeface="Verdana" panose="020B0604030504040204" pitchFamily="34" charset="0"/>
              </a:rPr>
              <a:t> The disadvantages outweigh the advantages</a:t>
            </a:r>
          </a:p>
        </p:txBody>
      </p:sp>
      <p:sp>
        <p:nvSpPr>
          <p:cNvPr id="75780" name="Slide Number Placeholder 3">
            <a:extLst>
              <a:ext uri="{FF2B5EF4-FFF2-40B4-BE49-F238E27FC236}">
                <a16:creationId xmlns:a16="http://schemas.microsoft.com/office/drawing/2014/main" id="{7E3E644C-8DD2-5703-D678-4DDFE1B04096}"/>
              </a:ext>
            </a:extLst>
          </p:cNvPr>
          <p:cNvSpPr>
            <a:spLocks noGrp="1" noChangeArrowheads="1"/>
          </p:cNvSpPr>
          <p:nvPr>
            <p:ph type="sldNum" sz="quarter" idx="10"/>
          </p:nvPr>
        </p:nvSpPr>
        <p:spPr>
          <a:noFill/>
        </p:spPr>
        <p:txBody>
          <a:bodyPr/>
          <a:lstStyle/>
          <a:p>
            <a:fld id="{91CD2AE5-E91C-4869-84F5-6A5A0FC4FA04}" type="slidenum">
              <a:rPr lang="en-US" altLang="en-US"/>
              <a:pPr/>
              <a:t>56</a:t>
            </a:fld>
            <a:endParaRPr lang="en-US" altLang="en-US"/>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53AB7B62-B895-3DC7-A509-874964699A64}"/>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2. Computational  application</a:t>
            </a:r>
          </a:p>
        </p:txBody>
      </p:sp>
      <p:sp>
        <p:nvSpPr>
          <p:cNvPr id="545" name="Text Placeholder 2">
            <a:extLst>
              <a:ext uri="{FF2B5EF4-FFF2-40B4-BE49-F238E27FC236}">
                <a16:creationId xmlns:a16="http://schemas.microsoft.com/office/drawing/2014/main" id="{705665D7-4E98-144E-4AC7-CA2295D83AB7}"/>
              </a:ext>
            </a:extLst>
          </p:cNvPr>
          <p:cNvSpPr txBox="1">
            <a:spLocks noGrp="1"/>
          </p:cNvSpPr>
          <p:nvPr>
            <p:ph type="body" idx="1"/>
          </p:nvPr>
        </p:nvSpPr>
        <p:spPr/>
        <p:txBody>
          <a:bodyPr>
            <a:normAutofit/>
          </a:bodyPr>
          <a:lstStyle/>
          <a:p>
            <a:pPr marL="0" indent="108585" algn="just" defTabSz="868680" eaLnBrk="1" fontAlgn="auto" hangingPunct="1">
              <a:spcBef>
                <a:spcPts val="200"/>
              </a:spcBef>
              <a:spcAft>
                <a:spcPts val="0"/>
              </a:spcAft>
              <a:buSzTx/>
              <a:buFont typeface="Helvetica"/>
              <a:buNone/>
              <a:defRPr sz="1330"/>
            </a:pPr>
            <a:r>
              <a:rPr sz="1330">
                <a:sym typeface="Verdana"/>
              </a:rPr>
              <a:t>This type of application does a lot of computation in the application</a:t>
            </a:r>
          </a:p>
          <a:p>
            <a:pPr marL="0" indent="108585" algn="just" defTabSz="868680" eaLnBrk="1" fontAlgn="auto" hangingPunct="1">
              <a:spcBef>
                <a:spcPts val="200"/>
              </a:spcBef>
              <a:spcAft>
                <a:spcPts val="0"/>
              </a:spcAft>
              <a:buSzTx/>
              <a:buFont typeface="Helvetica"/>
              <a:buNone/>
              <a:defRPr sz="1330"/>
            </a:pPr>
            <a:r>
              <a:rPr sz="1330">
                <a:sym typeface="Verdana"/>
              </a:rPr>
              <a:t>An example of this type of application is a </a:t>
            </a:r>
            <a:r>
              <a:rPr sz="1330" b="1">
                <a:sym typeface="Verdana"/>
              </a:rPr>
              <a:t>survey application </a:t>
            </a:r>
            <a:r>
              <a:rPr sz="1330">
                <a:sym typeface="Verdana"/>
              </a:rPr>
              <a:t>or a </a:t>
            </a:r>
            <a:r>
              <a:rPr sz="1330" b="1">
                <a:sym typeface="Verdana"/>
              </a:rPr>
              <a:t>sales record management </a:t>
            </a:r>
            <a:r>
              <a:rPr sz="1330">
                <a:sym typeface="Verdana"/>
              </a:rPr>
              <a:t>application. The key here is that the computation is across the records but on a subset of the properties or columns available</a:t>
            </a:r>
          </a:p>
          <a:p>
            <a:pPr marL="0" indent="108585" algn="just" defTabSz="868680" eaLnBrk="1" fontAlgn="auto" hangingPunct="1">
              <a:spcBef>
                <a:spcPts val="200"/>
              </a:spcBef>
              <a:spcAft>
                <a:spcPts val="0"/>
              </a:spcAft>
              <a:buSzTx/>
              <a:buFont typeface="Helvetica"/>
              <a:buNone/>
              <a:defRPr sz="1330" b="1" u="sng"/>
            </a:pPr>
            <a:r>
              <a:rPr sz="1330" b="1" u="sng">
                <a:sym typeface="Verdana"/>
              </a:rPr>
              <a:t>Entity schema requirements</a:t>
            </a:r>
          </a:p>
          <a:p>
            <a:pPr marL="0" indent="108585" algn="just" defTabSz="868680" eaLnBrk="1" fontAlgn="auto" hangingPunct="1">
              <a:spcBef>
                <a:spcPts val="200"/>
              </a:spcBef>
              <a:spcAft>
                <a:spcPts val="0"/>
              </a:spcAft>
              <a:buSzTx/>
              <a:buFont typeface="Helvetica"/>
              <a:buNone/>
              <a:defRPr sz="1330"/>
            </a:pPr>
            <a:r>
              <a:rPr sz="1330">
                <a:sym typeface="Verdana"/>
              </a:rPr>
              <a:t>For a computational application, general requirements on the entity schema include:</a:t>
            </a:r>
          </a:p>
          <a:p>
            <a:pPr marL="0" indent="108585" algn="just" defTabSz="868680" eaLnBrk="1" fontAlgn="auto" hangingPunct="1">
              <a:spcBef>
                <a:spcPts val="200"/>
              </a:spcBef>
              <a:spcAft>
                <a:spcPts val="0"/>
              </a:spcAft>
              <a:buSzTx/>
              <a:buFont typeface="Helvetica"/>
              <a:buNone/>
              <a:defRPr sz="1330"/>
            </a:pPr>
            <a:r>
              <a:rPr sz="1330">
                <a:sym typeface="Verdana"/>
              </a:rPr>
              <a:t>Structured schema definition—properties, types, and constraints, if applicable.</a:t>
            </a:r>
          </a:p>
          <a:p>
            <a:pPr marL="0" indent="108585" algn="just" defTabSz="868680" eaLnBrk="1" fontAlgn="auto" hangingPunct="1">
              <a:spcBef>
                <a:spcPts val="200"/>
              </a:spcBef>
              <a:spcAft>
                <a:spcPts val="0"/>
              </a:spcAft>
              <a:buSzTx/>
              <a:buFont typeface="Helvetica"/>
              <a:buNone/>
              <a:defRPr sz="1330" b="1"/>
            </a:pPr>
            <a:r>
              <a:rPr sz="1330" b="1">
                <a:sym typeface="Verdana"/>
              </a:rPr>
              <a:t>Schema does not </a:t>
            </a:r>
            <a:r>
              <a:rPr sz="1330">
                <a:sym typeface="Verdana"/>
              </a:rPr>
              <a:t>evolve or </a:t>
            </a:r>
            <a:r>
              <a:rPr sz="1330" b="1">
                <a:sym typeface="Verdana"/>
              </a:rPr>
              <a:t>vary too much over time</a:t>
            </a:r>
            <a:r>
              <a:rPr sz="1330">
                <a:sym typeface="Verdana"/>
              </a:rPr>
              <a:t>.</a:t>
            </a:r>
          </a:p>
          <a:p>
            <a:pPr marL="0" indent="108585" algn="just" defTabSz="868680" eaLnBrk="1" fontAlgn="auto" hangingPunct="1">
              <a:spcBef>
                <a:spcPts val="200"/>
              </a:spcBef>
              <a:spcAft>
                <a:spcPts val="0"/>
              </a:spcAft>
              <a:buSzTx/>
              <a:buFont typeface="Helvetica"/>
              <a:buNone/>
              <a:defRPr sz="1330" b="1" u="sng"/>
            </a:pPr>
            <a:r>
              <a:rPr sz="1330" b="1" u="sng">
                <a:sym typeface="Verdana"/>
              </a:rPr>
              <a:t>Data access requirements: </a:t>
            </a:r>
            <a:r>
              <a:rPr sz="1330">
                <a:sym typeface="Verdana"/>
              </a:rPr>
              <a:t>From a data access perspective, we would have the following requirements:</a:t>
            </a:r>
          </a:p>
          <a:p>
            <a:pPr marL="434340" indent="-325754" algn="just" defTabSz="868680" eaLnBrk="1" fontAlgn="auto" hangingPunct="1">
              <a:spcBef>
                <a:spcPts val="200"/>
              </a:spcBef>
              <a:spcAft>
                <a:spcPts val="0"/>
              </a:spcAft>
              <a:buSzPts val="1300"/>
              <a:buFont typeface="Helvetica"/>
              <a:buChar char="□"/>
              <a:defRPr sz="1330"/>
            </a:pPr>
            <a:r>
              <a:rPr sz="1330">
                <a:sym typeface="Verdana"/>
              </a:rPr>
              <a:t>Partial record access.</a:t>
            </a:r>
          </a:p>
          <a:p>
            <a:pPr marL="434340" indent="-325754" algn="just" defTabSz="868680" eaLnBrk="1" fontAlgn="auto" hangingPunct="1">
              <a:spcBef>
                <a:spcPts val="200"/>
              </a:spcBef>
              <a:spcAft>
                <a:spcPts val="0"/>
              </a:spcAft>
              <a:buSzPts val="1300"/>
              <a:buFont typeface="Helvetica"/>
              <a:buChar char="□"/>
              <a:defRPr sz="1330"/>
            </a:pPr>
            <a:r>
              <a:rPr sz="1330">
                <a:sym typeface="Verdana"/>
              </a:rPr>
              <a:t>Vertical, that is, column-wise processing.</a:t>
            </a:r>
          </a:p>
          <a:p>
            <a:pPr marL="868680" lvl="1" indent="-325754" algn="just" defTabSz="868680" eaLnBrk="1" fontAlgn="auto" hangingPunct="1">
              <a:spcBef>
                <a:spcPts val="200"/>
              </a:spcBef>
              <a:spcAft>
                <a:spcPts val="0"/>
              </a:spcAft>
              <a:buSzPts val="1300"/>
              <a:buFont typeface="Helvetica"/>
              <a:buChar char="■"/>
              <a:defRPr sz="1330"/>
            </a:pPr>
            <a:r>
              <a:rPr sz="1330">
                <a:sym typeface="Verdana"/>
              </a:rPr>
              <a:t>For example, for an entity holding the data of daily revenues and expenses at a given location of operation, one would compute across the revenue column and/or expense column more often than working on the entire row.</a:t>
            </a:r>
            <a:endParaRPr sz="2470">
              <a:sym typeface="Verdana"/>
            </a:endParaRPr>
          </a:p>
          <a:p>
            <a:pPr marL="434340" indent="-325754" algn="just" defTabSz="868680" eaLnBrk="1" fontAlgn="auto" hangingPunct="1">
              <a:spcBef>
                <a:spcPts val="200"/>
              </a:spcBef>
              <a:spcAft>
                <a:spcPts val="0"/>
              </a:spcAft>
              <a:buSzPts val="1300"/>
              <a:buFont typeface="Helvetica"/>
              <a:buChar char="□"/>
              <a:defRPr sz="1330"/>
            </a:pPr>
            <a:r>
              <a:rPr sz="1330">
                <a:sym typeface="Verdana"/>
              </a:rPr>
              <a:t>Cross-entity data access is infrequent.</a:t>
            </a:r>
          </a:p>
          <a:p>
            <a:pPr marL="868680" lvl="1" indent="-325754" algn="just" defTabSz="868680" eaLnBrk="1" fontAlgn="auto" hangingPunct="1">
              <a:spcBef>
                <a:spcPts val="200"/>
              </a:spcBef>
              <a:spcAft>
                <a:spcPts val="0"/>
              </a:spcAft>
              <a:buSzPts val="1300"/>
              <a:buFont typeface="Helvetica"/>
              <a:buChar char="■"/>
              <a:defRPr sz="1330"/>
            </a:pPr>
            <a:r>
              <a:rPr sz="1330">
                <a:sym typeface="Verdana"/>
              </a:rPr>
              <a:t>For example, to create the final balance sheet for a location, I may use the location ID once to get the details about the location.</a:t>
            </a:r>
            <a:endParaRPr sz="2470">
              <a:sym typeface="Verdana"/>
            </a:endParaRPr>
          </a:p>
          <a:p>
            <a:pPr marL="434340" indent="-325754" algn="just" defTabSz="868680" eaLnBrk="1" fontAlgn="auto" hangingPunct="1">
              <a:spcBef>
                <a:spcPts val="200"/>
              </a:spcBef>
              <a:spcAft>
                <a:spcPts val="0"/>
              </a:spcAft>
              <a:buSzPts val="1300"/>
              <a:buFont typeface="Helvetica"/>
              <a:buChar char="□"/>
              <a:defRPr sz="1330"/>
            </a:pPr>
            <a:r>
              <a:rPr sz="1330">
                <a:sym typeface="Verdana"/>
              </a:rPr>
              <a:t>Consistency—data should be consistent. However, in some cases, minor latencies are allowed.</a:t>
            </a:r>
          </a:p>
          <a:p>
            <a:pPr marL="868680" lvl="1" indent="-325754" algn="just" defTabSz="868680" eaLnBrk="1" fontAlgn="auto" hangingPunct="1">
              <a:spcBef>
                <a:spcPts val="200"/>
              </a:spcBef>
              <a:spcAft>
                <a:spcPts val="0"/>
              </a:spcAft>
              <a:buSzPts val="1300"/>
              <a:buFont typeface="Helvetica"/>
              <a:buChar char="■"/>
              <a:defRPr sz="1330"/>
            </a:pPr>
            <a:r>
              <a:rPr sz="1330">
                <a:sym typeface="Verdana"/>
              </a:rPr>
              <a:t>For example, since the reports may be generated daily rather than in real-time, the user is happy working with day-old data</a:t>
            </a:r>
          </a:p>
        </p:txBody>
      </p:sp>
      <p:sp>
        <p:nvSpPr>
          <p:cNvPr id="76804" name="Slide Number Placeholder 3">
            <a:extLst>
              <a:ext uri="{FF2B5EF4-FFF2-40B4-BE49-F238E27FC236}">
                <a16:creationId xmlns:a16="http://schemas.microsoft.com/office/drawing/2014/main" id="{17EE7388-D74F-711C-A781-A21125D52828}"/>
              </a:ext>
            </a:extLst>
          </p:cNvPr>
          <p:cNvSpPr>
            <a:spLocks noGrp="1" noChangeArrowheads="1"/>
          </p:cNvSpPr>
          <p:nvPr>
            <p:ph type="sldNum" sz="quarter" idx="10"/>
          </p:nvPr>
        </p:nvSpPr>
        <p:spPr>
          <a:noFill/>
        </p:spPr>
        <p:txBody>
          <a:bodyPr/>
          <a:lstStyle/>
          <a:p>
            <a:fld id="{F80FE5D9-A6B5-4AD2-AA11-526D630A8DBB}" type="slidenum">
              <a:rPr lang="en-US" altLang="en-US"/>
              <a:pPr/>
              <a:t>57</a:t>
            </a:fld>
            <a:endParaRPr lang="en-US" altLang="en-US"/>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a:extLst>
              <a:ext uri="{FF2B5EF4-FFF2-40B4-BE49-F238E27FC236}">
                <a16:creationId xmlns:a16="http://schemas.microsoft.com/office/drawing/2014/main" id="{A7D8CE17-7992-2BCA-CD80-67F0188D31E6}"/>
              </a:ext>
            </a:extLst>
          </p:cNvPr>
          <p:cNvSpPr txBox="1">
            <a:spLocks noGrp="1" noChangeArrowheads="1"/>
          </p:cNvSpPr>
          <p:nvPr>
            <p:ph type="title"/>
          </p:nvPr>
        </p:nvSpPr>
        <p:spPr/>
        <p:txBody>
          <a:bodyPr/>
          <a:lstStyle/>
          <a:p>
            <a:pPr eaLnBrk="1" hangingPunct="1"/>
            <a:r>
              <a:rPr lang="en-US" altLang="en-US" sz="2800">
                <a:latin typeface="Verdana" panose="020B0604030504040204" pitchFamily="34" charset="0"/>
                <a:ea typeface="Verdana" panose="020B0604030504040204" pitchFamily="34" charset="0"/>
                <a:cs typeface="Verdana" panose="020B0604030504040204" pitchFamily="34" charset="0"/>
              </a:rPr>
              <a:t>2. Computational application (Contd…)</a:t>
            </a:r>
          </a:p>
        </p:txBody>
      </p:sp>
      <p:sp>
        <p:nvSpPr>
          <p:cNvPr id="77827" name="Text Placeholder 2">
            <a:extLst>
              <a:ext uri="{FF2B5EF4-FFF2-40B4-BE49-F238E27FC236}">
                <a16:creationId xmlns:a16="http://schemas.microsoft.com/office/drawing/2014/main" id="{CC193313-BBAA-63DF-9AE3-97EF6A532BE0}"/>
              </a:ext>
            </a:extLst>
          </p:cNvPr>
          <p:cNvSpPr txBox="1">
            <a:spLocks noGrp="1" noChangeArrowheads="1"/>
          </p:cNvSpPr>
          <p:nvPr>
            <p:ph type="body" idx="1"/>
          </p:nvPr>
        </p:nvSpPr>
        <p:spPr/>
        <p:txBody>
          <a:bodyPr/>
          <a:lstStyle/>
          <a:p>
            <a:pPr marL="0" indent="114300" eaLnBrk="1" hangingPunct="1">
              <a:buSzTx/>
              <a:buFont typeface="Helvetica" panose="020B0604020202020204" pitchFamily="34" charset="0"/>
              <a:buNone/>
            </a:pPr>
            <a:r>
              <a:rPr lang="en-US" altLang="en-US" sz="1400" b="1" u="sng">
                <a:latin typeface="Verdana" panose="020B0604030504040204" pitchFamily="34" charset="0"/>
                <a:ea typeface="Verdana" panose="020B0604030504040204" pitchFamily="34" charset="0"/>
                <a:cs typeface="Verdana" panose="020B0604030504040204" pitchFamily="34" charset="0"/>
              </a:rPr>
              <a:t>What NoSQL can do :  </a:t>
            </a:r>
            <a:r>
              <a:rPr lang="en-US" altLang="en-US" sz="1400">
                <a:latin typeface="Verdana" panose="020B0604030504040204" pitchFamily="34" charset="0"/>
                <a:ea typeface="Verdana" panose="020B0604030504040204" pitchFamily="34" charset="0"/>
                <a:cs typeface="Verdana" panose="020B0604030504040204" pitchFamily="34" charset="0"/>
              </a:rPr>
              <a:t>For a computational application, NoSQL can help as follows:</a:t>
            </a:r>
          </a:p>
          <a:p>
            <a:pPr marL="0" indent="114300" eaLnBrk="1" hangingPunct="1">
              <a:buSzTx/>
              <a:buFont typeface="Helvetica" panose="020B0604020202020204" pitchFamily="34" charset="0"/>
              <a:buNone/>
            </a:pPr>
            <a:r>
              <a:rPr lang="en-US" altLang="en-US" sz="1400" b="1">
                <a:latin typeface="Verdana" panose="020B0604030504040204" pitchFamily="34" charset="0"/>
                <a:ea typeface="Verdana" panose="020B0604030504040204" pitchFamily="34" charset="0"/>
                <a:cs typeface="Verdana" panose="020B0604030504040204" pitchFamily="34" charset="0"/>
              </a:rPr>
              <a:t>Column-oriented databases </a:t>
            </a:r>
            <a:r>
              <a:rPr lang="en-US" altLang="en-US" sz="1400">
                <a:latin typeface="Verdana" panose="020B0604030504040204" pitchFamily="34" charset="0"/>
                <a:ea typeface="Verdana" panose="020B0604030504040204" pitchFamily="34" charset="0"/>
                <a:cs typeface="Verdana" panose="020B0604030504040204" pitchFamily="34" charset="0"/>
              </a:rPr>
              <a:t>would help define rigorous schema. </a:t>
            </a:r>
          </a:p>
          <a:p>
            <a:pPr marL="0" indent="114300" eaLnBrk="1" hangingPunct="1">
              <a:buSzTx/>
              <a:buFont typeface="Helvetica" panose="020B0604020202020204" pitchFamily="34" charset="0"/>
              <a:buNone/>
            </a:pPr>
            <a:r>
              <a:rPr lang="en-US" altLang="en-US" sz="1400" b="1">
                <a:latin typeface="Verdana" panose="020B0604030504040204" pitchFamily="34" charset="0"/>
                <a:ea typeface="Verdana" panose="020B0604030504040204" pitchFamily="34" charset="0"/>
                <a:cs typeface="Verdana" panose="020B0604030504040204" pitchFamily="34" charset="0"/>
              </a:rPr>
              <a:t>Document or keyvalue databases</a:t>
            </a:r>
            <a:r>
              <a:rPr lang="en-US" altLang="en-US" sz="1400">
                <a:latin typeface="Verdana" panose="020B0604030504040204" pitchFamily="34" charset="0"/>
                <a:ea typeface="Verdana" panose="020B0604030504040204" pitchFamily="34" charset="0"/>
                <a:cs typeface="Verdana" panose="020B0604030504040204" pitchFamily="34" charset="0"/>
              </a:rPr>
              <a:t> can still be used.</a:t>
            </a:r>
          </a:p>
          <a:p>
            <a:pPr marL="0" lvl="1" indent="571500" eaLnBrk="1" hangingPunct="1">
              <a:buSzTx/>
              <a:buFont typeface="Helvetica" panose="020B0604020202020204" pitchFamily="34" charset="0"/>
              <a:buNone/>
            </a:pPr>
            <a:r>
              <a:rPr lang="en-US" altLang="en-US" sz="1000">
                <a:latin typeface="Verdana" panose="020B0604030504040204" pitchFamily="34" charset="0"/>
                <a:ea typeface="Verdana" panose="020B0604030504040204" pitchFamily="34" charset="0"/>
                <a:cs typeface="Verdana" panose="020B0604030504040204" pitchFamily="34" charset="0"/>
              </a:rPr>
              <a:t>For example, JSON formats can be used to define a formal schema. Just that these</a:t>
            </a:r>
            <a:endParaRPr lang="en-US" altLang="en-US" sz="2600">
              <a:latin typeface="Verdana" panose="020B0604030504040204" pitchFamily="34" charset="0"/>
              <a:ea typeface="Verdana" panose="020B0604030504040204" pitchFamily="34" charset="0"/>
              <a:cs typeface="Verdana" panose="020B0604030504040204" pitchFamily="34" charset="0"/>
            </a:endParaRPr>
          </a:p>
          <a:p>
            <a:pPr marL="0" lvl="1" indent="571500" eaLnBrk="1" hangingPunct="1">
              <a:buSzTx/>
              <a:buFont typeface="Helvetica" panose="020B0604020202020204" pitchFamily="34" charset="0"/>
              <a:buNone/>
            </a:pPr>
            <a:r>
              <a:rPr lang="en-US" altLang="en-US" sz="1000">
                <a:latin typeface="Verdana" panose="020B0604030504040204" pitchFamily="34" charset="0"/>
                <a:ea typeface="Verdana" panose="020B0604030504040204" pitchFamily="34" charset="0"/>
                <a:cs typeface="Verdana" panose="020B0604030504040204" pitchFamily="34" charset="0"/>
              </a:rPr>
              <a:t>stores cannot enforce the schema.</a:t>
            </a:r>
            <a:endParaRPr lang="en-US" altLang="en-US" sz="2600">
              <a:latin typeface="Verdana" panose="020B0604030504040204" pitchFamily="34" charset="0"/>
              <a:ea typeface="Verdana" panose="020B0604030504040204" pitchFamily="34" charset="0"/>
              <a:cs typeface="Verdana" panose="020B0604030504040204" pitchFamily="34" charset="0"/>
            </a:endParaRP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They (column-oriented, key-value as well as document stores) can provide speed and</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scale while fetching partial data.</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Document stores coupled with MapReduce processing can help performing</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computation right up close to the data-tier thereby substantially increasing the speed</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of execution. You do not want unnecessary data to be floating across the network.</a:t>
            </a:r>
          </a:p>
          <a:p>
            <a:pPr marL="0" indent="114300" eaLnBrk="1" hangingPunct="1">
              <a:buSzTx/>
              <a:buFont typeface="Helvetica" panose="020B0604020202020204" pitchFamily="34" charset="0"/>
              <a:buNone/>
            </a:pPr>
            <a:r>
              <a:rPr lang="en-US" altLang="en-US" sz="1400">
                <a:latin typeface="Verdana" panose="020B0604030504040204" pitchFamily="34" charset="0"/>
                <a:ea typeface="Verdana" panose="020B0604030504040204" pitchFamily="34" charset="0"/>
                <a:cs typeface="Verdana" panose="020B0604030504040204" pitchFamily="34" charset="0"/>
              </a:rPr>
              <a:t>Document stores can help implement JOIN or create views.</a:t>
            </a:r>
          </a:p>
          <a:p>
            <a:pPr marL="0" indent="114300" eaLnBrk="1" hangingPunct="1">
              <a:buSzTx/>
              <a:buFont typeface="Helvetica" panose="020B0604020202020204" pitchFamily="34" charset="0"/>
              <a:buNone/>
            </a:pPr>
            <a:endParaRPr lang="en-US" altLang="en-US" sz="1400">
              <a:latin typeface="Verdana" panose="020B0604030504040204" pitchFamily="34" charset="0"/>
              <a:ea typeface="Verdana" panose="020B0604030504040204" pitchFamily="34" charset="0"/>
              <a:cs typeface="Verdana" panose="020B0604030504040204" pitchFamily="34" charset="0"/>
            </a:endParaRPr>
          </a:p>
          <a:p>
            <a:pPr marL="0" indent="114300" eaLnBrk="1" hangingPunct="1">
              <a:buSzTx/>
              <a:buFont typeface="Helvetica" panose="020B0604020202020204" pitchFamily="34" charset="0"/>
              <a:buNone/>
            </a:pPr>
            <a:r>
              <a:rPr lang="en-US" altLang="en-US" sz="1400" b="1" u="sng">
                <a:latin typeface="Verdana" panose="020B0604030504040204" pitchFamily="34" charset="0"/>
                <a:ea typeface="Verdana" panose="020B0604030504040204" pitchFamily="34" charset="0"/>
                <a:cs typeface="Verdana" panose="020B0604030504040204" pitchFamily="34" charset="0"/>
              </a:rPr>
              <a:t>What NoSQL cannot do</a:t>
            </a:r>
            <a:r>
              <a:rPr lang="en-US" altLang="en-US" sz="1400" u="sng">
                <a:latin typeface="Verdana" panose="020B0604030504040204" pitchFamily="34" charset="0"/>
                <a:ea typeface="Verdana" panose="020B0604030504040204" pitchFamily="34" charset="0"/>
                <a:cs typeface="Verdana" panose="020B0604030504040204" pitchFamily="34" charset="0"/>
              </a:rPr>
              <a:t> </a:t>
            </a:r>
          </a:p>
          <a:p>
            <a:pPr marL="0" indent="114300" eaLnBrk="1" hangingPunct="1">
              <a:buSzTx/>
              <a:buFont typeface="Helvetica"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Using NoSQL will result in a few limitations for a computational application: </a:t>
            </a:r>
          </a:p>
          <a:p>
            <a:pPr marL="0" indent="114300" eaLnBrk="1" hangingPunct="1">
              <a:buSzTx/>
              <a:buFont typeface="Helvetica"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Defining relationships can be tricky</a:t>
            </a:r>
            <a:r>
              <a:rPr lang="en-US" altLang="en-US" sz="1600">
                <a:latin typeface="Verdana" panose="020B0604030504040204" pitchFamily="34" charset="0"/>
                <a:ea typeface="Verdana" panose="020B0604030504040204" pitchFamily="34" charset="0"/>
                <a:cs typeface="Verdana" panose="020B0604030504040204" pitchFamily="34" charset="0"/>
              </a:rPr>
              <a:t>. Except for graph databases, these relationships must be maintained in application. </a:t>
            </a:r>
          </a:p>
          <a:p>
            <a:pPr marL="0" indent="114300" eaLnBrk="1" hangingPunct="1">
              <a:buSzTx/>
              <a:buFont typeface="Helvetica"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Because relationships do not exist in the database, data can be inconsistent—even if momentarily.</a:t>
            </a:r>
          </a:p>
        </p:txBody>
      </p:sp>
      <p:sp>
        <p:nvSpPr>
          <p:cNvPr id="77828" name="Slide Number Placeholder 3">
            <a:extLst>
              <a:ext uri="{FF2B5EF4-FFF2-40B4-BE49-F238E27FC236}">
                <a16:creationId xmlns:a16="http://schemas.microsoft.com/office/drawing/2014/main" id="{CDBD89C7-2AE2-AE22-88DC-C541AC89E0B4}"/>
              </a:ext>
            </a:extLst>
          </p:cNvPr>
          <p:cNvSpPr>
            <a:spLocks noGrp="1" noChangeArrowheads="1"/>
          </p:cNvSpPr>
          <p:nvPr>
            <p:ph type="sldNum" sz="quarter" idx="10"/>
          </p:nvPr>
        </p:nvSpPr>
        <p:spPr>
          <a:noFill/>
        </p:spPr>
        <p:txBody>
          <a:bodyPr/>
          <a:lstStyle/>
          <a:p>
            <a:fld id="{2F622EBA-475B-48FA-B266-E2A7E52B76E9}" type="slidenum">
              <a:rPr lang="en-US" altLang="en-US"/>
              <a:pPr/>
              <a:t>58</a:t>
            </a:fld>
            <a:endParaRPr lang="en-US" altLang="en-US"/>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15ABAA94-DA21-1919-2CD6-8D1F9A53240B}"/>
              </a:ext>
            </a:extLst>
          </p:cNvPr>
          <p:cNvSpPr txBox="1">
            <a:spLocks noGrp="1" noChangeArrowheads="1"/>
          </p:cNvSpPr>
          <p:nvPr>
            <p:ph type="title"/>
          </p:nvPr>
        </p:nvSpPr>
        <p:spPr/>
        <p:txBody>
          <a:bodyPr/>
          <a:lstStyle/>
          <a:p>
            <a:pPr eaLnBrk="1" hangingPunct="1"/>
            <a:r>
              <a:rPr lang="en-US" altLang="en-US" sz="2800">
                <a:latin typeface="Verdana" panose="020B0604030504040204" pitchFamily="34" charset="0"/>
                <a:ea typeface="Verdana" panose="020B0604030504040204" pitchFamily="34" charset="0"/>
                <a:cs typeface="Verdana" panose="020B0604030504040204" pitchFamily="34" charset="0"/>
              </a:rPr>
              <a:t>2. Computational application (Contd…)</a:t>
            </a:r>
          </a:p>
        </p:txBody>
      </p:sp>
      <p:sp>
        <p:nvSpPr>
          <p:cNvPr id="78851" name="Text Placeholder 2">
            <a:extLst>
              <a:ext uri="{FF2B5EF4-FFF2-40B4-BE49-F238E27FC236}">
                <a16:creationId xmlns:a16="http://schemas.microsoft.com/office/drawing/2014/main" id="{332F1EAE-05B6-D8C4-5299-2224C4888CBA}"/>
              </a:ext>
            </a:extLst>
          </p:cNvPr>
          <p:cNvSpPr txBox="1">
            <a:spLocks noGrp="1" noChangeArrowheads="1"/>
          </p:cNvSpPr>
          <p:nvPr>
            <p:ph type="body" idx="1"/>
          </p:nvPr>
        </p:nvSpPr>
        <p:spPr/>
        <p:txBody>
          <a:bodyPr/>
          <a:lstStyle/>
          <a:p>
            <a:pPr marL="0" indent="114300" eaLnBrk="1" hangingPunct="1">
              <a:buSzTx/>
              <a:buFont typeface="Helvetica" panose="020B0604020202020204" pitchFamily="34" charset="0"/>
              <a:buNone/>
            </a:pPr>
            <a:r>
              <a:rPr lang="en-US" altLang="en-US" sz="1800" b="1" u="sng">
                <a:latin typeface="Verdana" panose="020B0604030504040204" pitchFamily="34" charset="0"/>
                <a:ea typeface="Verdana" panose="020B0604030504040204" pitchFamily="34" charset="0"/>
                <a:cs typeface="Verdana" panose="020B0604030504040204" pitchFamily="34" charset="0"/>
              </a:rPr>
              <a:t>Decision</a:t>
            </a:r>
            <a:r>
              <a:rPr lang="en-US" altLang="en-US" sz="1400" b="1" u="sng">
                <a:latin typeface="Verdana" panose="020B0604030504040204" pitchFamily="34" charset="0"/>
                <a:ea typeface="Verdana" panose="020B0604030504040204" pitchFamily="34" charset="0"/>
                <a:cs typeface="Verdana" panose="020B0604030504040204" pitchFamily="34" charset="0"/>
              </a:rPr>
              <a:t> </a:t>
            </a:r>
          </a:p>
          <a:p>
            <a:pPr marL="0" indent="114300" algn="just" eaLnBrk="1" hangingPunct="1">
              <a:buSzTx/>
              <a:buFont typeface="Helvetica" panose="020B0604020202020204" pitchFamily="34" charset="0"/>
              <a:buNone/>
            </a:pPr>
            <a:r>
              <a:rPr lang="en-US" altLang="en-US" sz="1800">
                <a:latin typeface="Verdana" panose="020B0604030504040204" pitchFamily="34" charset="0"/>
                <a:ea typeface="Verdana" panose="020B0604030504040204" pitchFamily="34" charset="0"/>
                <a:cs typeface="Verdana" panose="020B0604030504040204" pitchFamily="34" charset="0"/>
              </a:rPr>
              <a:t>To conclude, it is a tough choice between RDBMS and NoSQL databases in this case. If the application is, say, an enterprise application </a:t>
            </a:r>
            <a:r>
              <a:rPr lang="en-US" altLang="en-US" sz="1800" b="1">
                <a:latin typeface="Verdana" panose="020B0604030504040204" pitchFamily="34" charset="0"/>
                <a:ea typeface="Verdana" panose="020B0604030504040204" pitchFamily="34" charset="0"/>
                <a:cs typeface="Verdana" panose="020B0604030504040204" pitchFamily="34" charset="0"/>
              </a:rPr>
              <a:t>wherein the number of records will be limited to around</a:t>
            </a:r>
            <a:r>
              <a:rPr lang="en-US" altLang="en-US" sz="1800">
                <a:latin typeface="Verdana" panose="020B0604030504040204" pitchFamily="34" charset="0"/>
                <a:ea typeface="Verdana" panose="020B0604030504040204" pitchFamily="34" charset="0"/>
                <a:cs typeface="Verdana" panose="020B0604030504040204" pitchFamily="34" charset="0"/>
              </a:rPr>
              <a:t>, for example, a </a:t>
            </a:r>
            <a:r>
              <a:rPr lang="en-US" altLang="en-US" sz="1800" b="1">
                <a:latin typeface="Verdana" panose="020B0604030504040204" pitchFamily="34" charset="0"/>
                <a:ea typeface="Verdana" panose="020B0604030504040204" pitchFamily="34" charset="0"/>
                <a:cs typeface="Verdana" panose="020B0604030504040204" pitchFamily="34" charset="0"/>
              </a:rPr>
              <a:t>hundred million or lower</a:t>
            </a: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RDBMS can just serve it right</a:t>
            </a:r>
            <a:r>
              <a:rPr lang="en-US" altLang="en-US" sz="1800">
                <a:latin typeface="Verdana" panose="020B0604030504040204" pitchFamily="34" charset="0"/>
                <a:ea typeface="Verdana" panose="020B0604030504040204" pitchFamily="34" charset="0"/>
                <a:cs typeface="Verdana" panose="020B0604030504040204" pitchFamily="34" charset="0"/>
              </a:rPr>
              <a:t>, though NoSQL can also be used. For any size less than a million records, NoSQL can have overheads in terms of setup and tuning; while for </a:t>
            </a:r>
            <a:r>
              <a:rPr lang="en-US" altLang="en-US" sz="1800" b="1">
                <a:latin typeface="Verdana" panose="020B0604030504040204" pitchFamily="34" charset="0"/>
                <a:ea typeface="Verdana" panose="020B0604030504040204" pitchFamily="34" charset="0"/>
                <a:cs typeface="Verdana" panose="020B0604030504040204" pitchFamily="34" charset="0"/>
              </a:rPr>
              <a:t>over a few hundred million records</a:t>
            </a:r>
            <a:r>
              <a:rPr lang="en-US" altLang="en-US" sz="1800">
                <a:latin typeface="Verdana" panose="020B0604030504040204" pitchFamily="34" charset="0"/>
                <a:ea typeface="Verdana" panose="020B0604030504040204" pitchFamily="34" charset="0"/>
                <a:cs typeface="Verdana" panose="020B0604030504040204" pitchFamily="34" charset="0"/>
              </a:rPr>
              <a:t>, </a:t>
            </a:r>
            <a:r>
              <a:rPr lang="en-US" altLang="en-US" sz="1800" b="1">
                <a:latin typeface="Verdana" panose="020B0604030504040204" pitchFamily="34" charset="0"/>
                <a:ea typeface="Verdana" panose="020B0604030504040204" pitchFamily="34" charset="0"/>
                <a:cs typeface="Verdana" panose="020B0604030504040204" pitchFamily="34" charset="0"/>
              </a:rPr>
              <a:t>RDBMS will taper down in performance</a:t>
            </a:r>
            <a:r>
              <a:rPr lang="en-US" altLang="en-US" sz="1800">
                <a:latin typeface="Verdana" panose="020B0604030504040204" pitchFamily="34" charset="0"/>
                <a:ea typeface="Verdana" panose="020B0604030504040204" pitchFamily="34" charset="0"/>
                <a:cs typeface="Verdana" panose="020B0604030504040204" pitchFamily="34" charset="0"/>
              </a:rPr>
              <a:t>.</a:t>
            </a:r>
          </a:p>
        </p:txBody>
      </p:sp>
      <p:sp>
        <p:nvSpPr>
          <p:cNvPr id="78852" name="Slide Number Placeholder 3">
            <a:extLst>
              <a:ext uri="{FF2B5EF4-FFF2-40B4-BE49-F238E27FC236}">
                <a16:creationId xmlns:a16="http://schemas.microsoft.com/office/drawing/2014/main" id="{3BE3E09F-D9DA-B737-534F-611DF25EB7E9}"/>
              </a:ext>
            </a:extLst>
          </p:cNvPr>
          <p:cNvSpPr>
            <a:spLocks noGrp="1" noChangeArrowheads="1"/>
          </p:cNvSpPr>
          <p:nvPr>
            <p:ph type="sldNum" sz="quarter" idx="10"/>
          </p:nvPr>
        </p:nvSpPr>
        <p:spPr>
          <a:noFill/>
        </p:spPr>
        <p:txBody>
          <a:bodyPr/>
          <a:lstStyle/>
          <a:p>
            <a:fld id="{E9E89140-9903-4BF2-A3ED-A38683B2B3A5}" type="slidenum">
              <a:rPr lang="en-US" altLang="en-US"/>
              <a:pPr/>
              <a:t>59</a:t>
            </a:fld>
            <a:endParaRPr lang="en-US" altLang="en-US"/>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A17C3D5C-4C4A-E3A6-1A49-E4D60BD89AE6}"/>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3. Web-Scale  application</a:t>
            </a:r>
          </a:p>
        </p:txBody>
      </p:sp>
      <p:sp>
        <p:nvSpPr>
          <p:cNvPr id="557" name="Text Placeholder 2">
            <a:extLst>
              <a:ext uri="{FF2B5EF4-FFF2-40B4-BE49-F238E27FC236}">
                <a16:creationId xmlns:a16="http://schemas.microsoft.com/office/drawing/2014/main" id="{816CB949-0DAD-B27F-DC86-D958668A0926}"/>
              </a:ext>
            </a:extLst>
          </p:cNvPr>
          <p:cNvSpPr txBox="1">
            <a:spLocks noGrp="1"/>
          </p:cNvSpPr>
          <p:nvPr>
            <p:ph type="body" idx="1"/>
          </p:nvPr>
        </p:nvSpPr>
        <p:spPr/>
        <p:txBody>
          <a:bodyPr>
            <a:normAutofit/>
          </a:bodyPr>
          <a:lstStyle/>
          <a:p>
            <a:pPr marL="0" indent="109727" algn="just" defTabSz="877823" eaLnBrk="1" fontAlgn="auto" hangingPunct="1">
              <a:spcBef>
                <a:spcPts val="200"/>
              </a:spcBef>
              <a:spcAft>
                <a:spcPts val="0"/>
              </a:spcAft>
              <a:buSzTx/>
              <a:buFont typeface="Helvetica"/>
              <a:buNone/>
              <a:defRPr sz="1536"/>
            </a:pPr>
            <a:r>
              <a:rPr sz="1536">
                <a:sym typeface="Verdana"/>
              </a:rPr>
              <a:t>This last application type is probably more relevant today in consumer applications, whether they are completely web-based or mobile-native apps or a combination of both.</a:t>
            </a:r>
          </a:p>
          <a:p>
            <a:pPr marL="0" indent="109727" algn="just" defTabSz="877823" eaLnBrk="1" fontAlgn="auto" hangingPunct="1">
              <a:spcBef>
                <a:spcPts val="200"/>
              </a:spcBef>
              <a:spcAft>
                <a:spcPts val="0"/>
              </a:spcAft>
              <a:buSzTx/>
              <a:buFont typeface="Helvetica"/>
              <a:buNone/>
              <a:defRPr sz="1536"/>
            </a:pPr>
            <a:r>
              <a:rPr sz="1536">
                <a:sym typeface="Verdana"/>
              </a:rPr>
              <a:t>An example of this application is a </a:t>
            </a:r>
            <a:r>
              <a:rPr sz="1536" b="1">
                <a:sym typeface="Verdana"/>
              </a:rPr>
              <a:t>web analytics application </a:t>
            </a:r>
            <a:r>
              <a:rPr sz="1536">
                <a:sym typeface="Verdana"/>
              </a:rPr>
              <a:t>or </a:t>
            </a:r>
            <a:r>
              <a:rPr sz="1536" b="1">
                <a:sym typeface="Verdana"/>
              </a:rPr>
              <a:t>a social microblogging platform</a:t>
            </a:r>
            <a:r>
              <a:rPr sz="1536">
                <a:sym typeface="Verdana"/>
              </a:rPr>
              <a:t>. The key here is the scale of operation and staleness of data.</a:t>
            </a:r>
          </a:p>
          <a:p>
            <a:pPr marL="0" indent="109727" algn="just" defTabSz="877823" eaLnBrk="1" fontAlgn="auto" hangingPunct="1">
              <a:spcBef>
                <a:spcPts val="200"/>
              </a:spcBef>
              <a:spcAft>
                <a:spcPts val="0"/>
              </a:spcAft>
              <a:buSzTx/>
              <a:buFont typeface="Helvetica"/>
              <a:buNone/>
              <a:defRPr sz="1536" b="1"/>
            </a:pPr>
            <a:r>
              <a:rPr sz="1536" b="1">
                <a:sym typeface="Verdana"/>
              </a:rPr>
              <a:t>Entity schema requirements</a:t>
            </a:r>
          </a:p>
          <a:p>
            <a:pPr marL="0" indent="109727" algn="just" defTabSz="877823" eaLnBrk="1" fontAlgn="auto" hangingPunct="1">
              <a:spcBef>
                <a:spcPts val="200"/>
              </a:spcBef>
              <a:spcAft>
                <a:spcPts val="0"/>
              </a:spcAft>
              <a:buSzTx/>
              <a:buFont typeface="Helvetica"/>
              <a:buNone/>
              <a:defRPr sz="1536"/>
            </a:pPr>
            <a:r>
              <a:rPr sz="1536">
                <a:sym typeface="Verdana"/>
              </a:rPr>
              <a:t>For a web-scale application, general requirements on the entity schema include:</a:t>
            </a:r>
          </a:p>
          <a:p>
            <a:pPr marL="0" indent="109727" algn="just" defTabSz="877823" eaLnBrk="1" fontAlgn="auto" hangingPunct="1">
              <a:spcBef>
                <a:spcPts val="200"/>
              </a:spcBef>
              <a:spcAft>
                <a:spcPts val="0"/>
              </a:spcAft>
              <a:buSzTx/>
              <a:buFont typeface="Helvetica"/>
              <a:buNone/>
              <a:defRPr sz="1536"/>
            </a:pPr>
            <a:r>
              <a:rPr sz="1536">
                <a:sym typeface="Verdana"/>
              </a:rPr>
              <a:t>Structured schema definition</a:t>
            </a:r>
          </a:p>
          <a:p>
            <a:pPr marL="0" indent="109727" algn="just" defTabSz="877823" eaLnBrk="1" fontAlgn="auto" hangingPunct="1">
              <a:spcBef>
                <a:spcPts val="200"/>
              </a:spcBef>
              <a:spcAft>
                <a:spcPts val="0"/>
              </a:spcAft>
              <a:buSzTx/>
              <a:buFont typeface="Helvetica"/>
              <a:buNone/>
              <a:defRPr sz="1536"/>
            </a:pPr>
            <a:r>
              <a:rPr sz="1536">
                <a:sym typeface="Verdana"/>
              </a:rPr>
              <a:t>The ability to change schema over time without affecting existing records in any manner—in extreme case, latent schema</a:t>
            </a:r>
          </a:p>
          <a:p>
            <a:pPr marL="0" indent="109727" algn="just" defTabSz="877823" eaLnBrk="1" fontAlgn="auto" hangingPunct="1">
              <a:spcBef>
                <a:spcPts val="200"/>
              </a:spcBef>
              <a:spcAft>
                <a:spcPts val="0"/>
              </a:spcAft>
              <a:buSzTx/>
              <a:buFont typeface="Helvetica"/>
              <a:buNone/>
              <a:defRPr sz="1536"/>
            </a:pPr>
            <a:r>
              <a:rPr sz="1536">
                <a:sym typeface="Verdana"/>
              </a:rPr>
              <a:t>Relationships may be optional at database layer and can be pushed to application layer mainly because of the low density</a:t>
            </a:r>
          </a:p>
          <a:p>
            <a:pPr marL="0" indent="109727" algn="just" defTabSz="877823" eaLnBrk="1" fontAlgn="auto" hangingPunct="1">
              <a:spcBef>
                <a:spcPts val="200"/>
              </a:spcBef>
              <a:spcAft>
                <a:spcPts val="0"/>
              </a:spcAft>
              <a:buSzTx/>
              <a:buFont typeface="Helvetica"/>
              <a:buNone/>
              <a:defRPr sz="1536" b="1"/>
            </a:pPr>
            <a:r>
              <a:rPr sz="1536" b="1">
                <a:sym typeface="Verdana"/>
              </a:rPr>
              <a:t>Data access requirements: </a:t>
            </a:r>
            <a:r>
              <a:rPr sz="1536">
                <a:sym typeface="Verdana"/>
              </a:rPr>
              <a:t>From a data access perspective, we would have the following requirements:</a:t>
            </a:r>
          </a:p>
          <a:p>
            <a:pPr marL="438911" indent="-329184" algn="just" defTabSz="877823" eaLnBrk="1" fontAlgn="auto" hangingPunct="1">
              <a:spcBef>
                <a:spcPts val="200"/>
              </a:spcBef>
              <a:spcAft>
                <a:spcPts val="0"/>
              </a:spcAft>
              <a:buSzPts val="1500"/>
              <a:buFont typeface="Helvetica"/>
              <a:buChar char="□"/>
              <a:defRPr sz="1536"/>
            </a:pPr>
            <a:r>
              <a:rPr sz="1536">
                <a:sym typeface="Verdana"/>
              </a:rPr>
              <a:t>Partial record access</a:t>
            </a:r>
          </a:p>
          <a:p>
            <a:pPr marL="438911" indent="-329184" algn="just" defTabSz="877823" eaLnBrk="1" fontAlgn="auto" hangingPunct="1">
              <a:spcBef>
                <a:spcPts val="200"/>
              </a:spcBef>
              <a:spcAft>
                <a:spcPts val="0"/>
              </a:spcAft>
              <a:buSzPts val="1500"/>
              <a:buFont typeface="Helvetica"/>
              <a:buChar char="□"/>
              <a:defRPr sz="1536"/>
            </a:pPr>
            <a:r>
              <a:rPr sz="1536">
                <a:sym typeface="Verdana"/>
              </a:rPr>
              <a:t>Speed of operation execution—CRUD</a:t>
            </a:r>
          </a:p>
          <a:p>
            <a:pPr marL="438911" indent="-329184" algn="just" defTabSz="877823" eaLnBrk="1" fontAlgn="auto" hangingPunct="1">
              <a:spcBef>
                <a:spcPts val="200"/>
              </a:spcBef>
              <a:spcAft>
                <a:spcPts val="0"/>
              </a:spcAft>
              <a:buSzPts val="1500"/>
              <a:buFont typeface="Helvetica"/>
              <a:buChar char="□"/>
              <a:defRPr sz="1536"/>
            </a:pPr>
            <a:r>
              <a:rPr sz="1536">
                <a:sym typeface="Verdana"/>
              </a:rPr>
              <a:t>Inconsistent data—for a short moment—is tolerable</a:t>
            </a:r>
          </a:p>
        </p:txBody>
      </p:sp>
      <p:sp>
        <p:nvSpPr>
          <p:cNvPr id="79876" name="Slide Number Placeholder 3">
            <a:extLst>
              <a:ext uri="{FF2B5EF4-FFF2-40B4-BE49-F238E27FC236}">
                <a16:creationId xmlns:a16="http://schemas.microsoft.com/office/drawing/2014/main" id="{EF89387D-8F42-79A0-B611-C058D51050DD}"/>
              </a:ext>
            </a:extLst>
          </p:cNvPr>
          <p:cNvSpPr>
            <a:spLocks noGrp="1" noChangeArrowheads="1"/>
          </p:cNvSpPr>
          <p:nvPr>
            <p:ph type="sldNum" sz="quarter" idx="10"/>
          </p:nvPr>
        </p:nvSpPr>
        <p:spPr>
          <a:noFill/>
        </p:spPr>
        <p:txBody>
          <a:bodyPr/>
          <a:lstStyle/>
          <a:p>
            <a:fld id="{6C40F92C-D810-4354-85F5-7BC8944F093C}" type="slidenum">
              <a:rPr lang="en-US" altLang="en-US"/>
              <a:pPr/>
              <a:t>60</a:t>
            </a:fld>
            <a:endParaRPr lang="en-US" altLang="en-US"/>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89D30EF6-5404-5407-9634-C63F8287425C}"/>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3. Web-Scale application (Contd…)</a:t>
            </a:r>
          </a:p>
        </p:txBody>
      </p:sp>
      <p:sp>
        <p:nvSpPr>
          <p:cNvPr id="80899" name="Text Placeholder 2">
            <a:extLst>
              <a:ext uri="{FF2B5EF4-FFF2-40B4-BE49-F238E27FC236}">
                <a16:creationId xmlns:a16="http://schemas.microsoft.com/office/drawing/2014/main" id="{888F4B44-0D4D-4C09-7D19-65E38859489B}"/>
              </a:ext>
            </a:extLst>
          </p:cNvPr>
          <p:cNvSpPr txBox="1">
            <a:spLocks noGrp="1" noChangeArrowheads="1"/>
          </p:cNvSpPr>
          <p:nvPr>
            <p:ph type="body" idx="1"/>
          </p:nvPr>
        </p:nvSpPr>
        <p:spPr/>
        <p:txBody>
          <a:bodyPr/>
          <a:lstStyle/>
          <a:p>
            <a:pPr marL="0" indent="114300" eaLnBrk="1" hangingPunct="1">
              <a:buSzTx/>
              <a:buFont typeface="Helvetica" panose="020B0604020202020204" pitchFamily="34" charset="0"/>
              <a:buNone/>
            </a:pPr>
            <a:r>
              <a:rPr lang="en-US" altLang="en-US" sz="1600" b="1" u="sng">
                <a:latin typeface="Verdana" panose="020B0604030504040204" pitchFamily="34" charset="0"/>
                <a:ea typeface="Verdana" panose="020B0604030504040204" pitchFamily="34" charset="0"/>
                <a:cs typeface="Verdana" panose="020B0604030504040204" pitchFamily="34" charset="0"/>
              </a:rPr>
              <a:t>What NoSQL can do </a:t>
            </a:r>
          </a:p>
          <a:p>
            <a:pPr marL="0" indent="114300" eaLnBrk="1" hangingPunct="1">
              <a:buSzTx/>
              <a:buFont typeface="Helvetica"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For a web-scale application, NoSQL can help as follows:</a:t>
            </a:r>
          </a:p>
          <a:p>
            <a:pPr marL="0" indent="114300" eaLnBrk="1" hangingPunct="1">
              <a:buSzTx/>
              <a:buFont typeface="Helvetica" panose="020B0604020202020204" pitchFamily="34" charset="0"/>
              <a:buNone/>
            </a:pPr>
            <a:r>
              <a:rPr lang="en-US" altLang="en-US" sz="1600" b="1">
                <a:latin typeface="Verdana" panose="020B0604030504040204" pitchFamily="34" charset="0"/>
                <a:ea typeface="Verdana" panose="020B0604030504040204" pitchFamily="34" charset="0"/>
                <a:cs typeface="Verdana" panose="020B0604030504040204" pitchFamily="34" charset="0"/>
              </a:rPr>
              <a:t>Document stores </a:t>
            </a:r>
            <a:r>
              <a:rPr lang="en-US" altLang="en-US" sz="1600">
                <a:latin typeface="Verdana" panose="020B0604030504040204" pitchFamily="34" charset="0"/>
                <a:ea typeface="Verdana" panose="020B0604030504040204" pitchFamily="34" charset="0"/>
                <a:cs typeface="Verdana" panose="020B0604030504040204" pitchFamily="34" charset="0"/>
              </a:rPr>
              <a:t>would be a fantastic choice for latent schema.</a:t>
            </a:r>
          </a:p>
          <a:p>
            <a:pPr marL="0" indent="114300" eaLnBrk="1" hangingPunct="1">
              <a:buSzTx/>
              <a:buFont typeface="Helvetica"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It can provide scale of operations because it does not implement ACID operations</a:t>
            </a:r>
          </a:p>
          <a:p>
            <a:pPr marL="0" indent="114300" eaLnBrk="1" hangingPunct="1">
              <a:buSzTx/>
              <a:buFont typeface="Helvetica"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but mostly provide BASE properties</a:t>
            </a:r>
          </a:p>
          <a:p>
            <a:pPr marL="0" indent="114300" eaLnBrk="1" hangingPunct="1">
              <a:buSzTx/>
              <a:buFont typeface="Helvetica" panose="020B0604020202020204" pitchFamily="34" charset="0"/>
              <a:buNone/>
            </a:pPr>
            <a:endParaRPr lang="en-US" altLang="en-US" sz="1600">
              <a:latin typeface="Verdana" panose="020B0604030504040204" pitchFamily="34" charset="0"/>
              <a:ea typeface="Verdana" panose="020B0604030504040204" pitchFamily="34" charset="0"/>
              <a:cs typeface="Verdana" panose="020B0604030504040204" pitchFamily="34" charset="0"/>
            </a:endParaRPr>
          </a:p>
          <a:p>
            <a:pPr marL="0" indent="114300" eaLnBrk="1" hangingPunct="1">
              <a:buSzTx/>
              <a:buFont typeface="Helvetica" panose="020B0604020202020204" pitchFamily="34" charset="0"/>
              <a:buNone/>
            </a:pPr>
            <a:r>
              <a:rPr lang="en-US" altLang="en-US" sz="1600" b="1" u="sng">
                <a:latin typeface="Verdana" panose="020B0604030504040204" pitchFamily="34" charset="0"/>
                <a:ea typeface="Verdana" panose="020B0604030504040204" pitchFamily="34" charset="0"/>
                <a:cs typeface="Verdana" panose="020B0604030504040204" pitchFamily="34" charset="0"/>
              </a:rPr>
              <a:t>What NoSQL cannot do</a:t>
            </a:r>
            <a:r>
              <a:rPr lang="en-US" altLang="en-US" sz="1600" u="sng">
                <a:latin typeface="Verdana" panose="020B0604030504040204" pitchFamily="34" charset="0"/>
                <a:ea typeface="Verdana" panose="020B0604030504040204" pitchFamily="34" charset="0"/>
                <a:cs typeface="Verdana" panose="020B0604030504040204" pitchFamily="34" charset="0"/>
              </a:rPr>
              <a:t> </a:t>
            </a:r>
          </a:p>
          <a:p>
            <a:pPr marL="0" indent="114300" eaLnBrk="1" hangingPunct="1">
              <a:buSzTx/>
              <a:buFont typeface="Helvetica"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Note that we do not have ACID constraints—one of the main reasons why NoSQL was invented.</a:t>
            </a:r>
          </a:p>
          <a:p>
            <a:pPr marL="0" indent="114300" eaLnBrk="1" hangingPunct="1">
              <a:buSzTx/>
              <a:buFont typeface="Helvetica" panose="020B0604020202020204" pitchFamily="34" charset="0"/>
              <a:buNone/>
            </a:pPr>
            <a:endParaRPr lang="en-US" altLang="en-US" sz="1600">
              <a:latin typeface="Verdana" panose="020B0604030504040204" pitchFamily="34" charset="0"/>
              <a:ea typeface="Verdana" panose="020B0604030504040204" pitchFamily="34" charset="0"/>
              <a:cs typeface="Verdana" panose="020B0604030504040204" pitchFamily="34" charset="0"/>
            </a:endParaRPr>
          </a:p>
          <a:p>
            <a:pPr marL="0" indent="114300" eaLnBrk="1" hangingPunct="1">
              <a:buSzTx/>
              <a:buFont typeface="Helvetica" panose="020B0604020202020204" pitchFamily="34" charset="0"/>
              <a:buNone/>
            </a:pPr>
            <a:r>
              <a:rPr lang="en-US" altLang="en-US" sz="1600" b="1" u="sng">
                <a:latin typeface="Verdana" panose="020B0604030504040204" pitchFamily="34" charset="0"/>
                <a:ea typeface="Verdana" panose="020B0604030504040204" pitchFamily="34" charset="0"/>
                <a:cs typeface="Verdana" panose="020B0604030504040204" pitchFamily="34" charset="0"/>
              </a:rPr>
              <a:t>Decision </a:t>
            </a:r>
          </a:p>
          <a:p>
            <a:pPr marL="0" indent="114300" eaLnBrk="1" hangingPunct="1">
              <a:buSzTx/>
              <a:buFont typeface="Helvetica" panose="020B0604020202020204" pitchFamily="34" charset="0"/>
              <a:buNone/>
            </a:pPr>
            <a:r>
              <a:rPr lang="en-US" altLang="en-US" sz="1600">
                <a:latin typeface="Verdana" panose="020B0604030504040204" pitchFamily="34" charset="0"/>
                <a:ea typeface="Verdana" panose="020B0604030504040204" pitchFamily="34" charset="0"/>
                <a:cs typeface="Verdana" panose="020B0604030504040204" pitchFamily="34" charset="0"/>
              </a:rPr>
              <a:t>Use NoSQL</a:t>
            </a:r>
          </a:p>
        </p:txBody>
      </p:sp>
      <p:sp>
        <p:nvSpPr>
          <p:cNvPr id="80900" name="Slide Number Placeholder 3">
            <a:extLst>
              <a:ext uri="{FF2B5EF4-FFF2-40B4-BE49-F238E27FC236}">
                <a16:creationId xmlns:a16="http://schemas.microsoft.com/office/drawing/2014/main" id="{607AEF65-7842-8034-7D15-BE3EA5B3A018}"/>
              </a:ext>
            </a:extLst>
          </p:cNvPr>
          <p:cNvSpPr>
            <a:spLocks noGrp="1" noChangeArrowheads="1"/>
          </p:cNvSpPr>
          <p:nvPr>
            <p:ph type="sldNum" sz="quarter" idx="10"/>
          </p:nvPr>
        </p:nvSpPr>
        <p:spPr>
          <a:noFill/>
        </p:spPr>
        <p:txBody>
          <a:bodyPr/>
          <a:lstStyle/>
          <a:p>
            <a:fld id="{52CFCB56-0FD3-4FA4-901A-A281EBA1F6DB}" type="slidenum">
              <a:rPr lang="en-US" altLang="en-US"/>
              <a:pPr/>
              <a:t>61</a:t>
            </a:fld>
            <a:endParaRPr lang="en-US" altLang="en-US"/>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 name="Google Shape;633;g1f685ef6d38_0_876">
            <a:extLst>
              <a:ext uri="{FF2B5EF4-FFF2-40B4-BE49-F238E27FC236}">
                <a16:creationId xmlns:a16="http://schemas.microsoft.com/office/drawing/2014/main" id="{C20ED012-DAF1-AEFB-CA45-29262D7EBD6D}"/>
              </a:ext>
            </a:extLst>
          </p:cNvPr>
          <p:cNvSpPr txBox="1">
            <a:spLocks noGrp="1"/>
          </p:cNvSpPr>
          <p:nvPr>
            <p:ph type="title"/>
          </p:nvPr>
        </p:nvSpPr>
        <p:spPr>
          <a:xfrm>
            <a:off x="730250" y="2970213"/>
            <a:ext cx="8001000" cy="762000"/>
          </a:xfrm>
        </p:spPr>
        <p:txBody>
          <a:bodyPr>
            <a:normAutofit/>
          </a:bodyPr>
          <a:lstStyle>
            <a:lvl1pPr defTabSz="612648">
              <a:lnSpc>
                <a:spcPct val="80000"/>
              </a:lnSpc>
              <a:spcBef>
                <a:spcPts val="200"/>
              </a:spcBef>
              <a:defRPr sz="2412"/>
            </a:lvl1pPr>
          </a:lstStyle>
          <a:p>
            <a:pPr eaLnBrk="1" fontAlgn="auto" hangingPunct="1">
              <a:spcAft>
                <a:spcPts val="0"/>
              </a:spcAft>
              <a:defRPr/>
            </a:pPr>
            <a:r>
              <a:rPr>
                <a:sym typeface="Verdana"/>
              </a:rPr>
              <a:t>Implementation using MongoDB</a:t>
            </a:r>
          </a:p>
        </p:txBody>
      </p:sp>
      <p:sp>
        <p:nvSpPr>
          <p:cNvPr id="81923" name="Google Shape;634;g1f685ef6d38_0_876">
            <a:extLst>
              <a:ext uri="{FF2B5EF4-FFF2-40B4-BE49-F238E27FC236}">
                <a16:creationId xmlns:a16="http://schemas.microsoft.com/office/drawing/2014/main" id="{6E719D8B-1910-2598-470C-32FD02628AD9}"/>
              </a:ext>
            </a:extLst>
          </p:cNvPr>
          <p:cNvSpPr>
            <a:spLocks noGrp="1" noChangeArrowheads="1"/>
          </p:cNvSpPr>
          <p:nvPr>
            <p:ph type="sldNum" sz="quarter" idx="10"/>
          </p:nvPr>
        </p:nvSpPr>
        <p:spPr>
          <a:noFill/>
        </p:spPr>
        <p:txBody>
          <a:bodyPr/>
          <a:lstStyle/>
          <a:p>
            <a:fld id="{6E261C8F-C217-4C71-9C88-96B70959A0A7}" type="slidenum">
              <a:rPr lang="en-US" altLang="en-US"/>
              <a:pPr/>
              <a:t>62</a:t>
            </a:fld>
            <a:endParaRPr lang="en-US" altLang="en-US"/>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Google Shape;639;g1c19b22ece8_0_19">
            <a:extLst>
              <a:ext uri="{FF2B5EF4-FFF2-40B4-BE49-F238E27FC236}">
                <a16:creationId xmlns:a16="http://schemas.microsoft.com/office/drawing/2014/main" id="{D108FD47-AE01-E546-F911-8AC3DD66B95F}"/>
              </a:ext>
            </a:extLst>
          </p:cNvPr>
          <p:cNvSpPr txBox="1">
            <a:spLocks noGrp="1" noChangeArrowheads="1"/>
          </p:cNvSpPr>
          <p:nvPr>
            <p:ph type="title"/>
          </p:nvPr>
        </p:nvSpPr>
        <p:spPr>
          <a:xfrm>
            <a:off x="430213" y="152400"/>
            <a:ext cx="6002337" cy="762000"/>
          </a:xfrm>
        </p:spPr>
        <p:txBody>
          <a:bodyPr anchor="ctr"/>
          <a:lstStyle/>
          <a:p>
            <a:pPr eaLnBrk="1" hangingPunct="1">
              <a:lnSpc>
                <a:spcPct val="90000"/>
              </a:lnSpc>
            </a:pPr>
            <a:r>
              <a:rPr lang="en-US" altLang="en-US">
                <a:latin typeface="Verdana" panose="020B0604030504040204" pitchFamily="34" charset="0"/>
                <a:ea typeface="Verdana" panose="020B0604030504040204" pitchFamily="34" charset="0"/>
                <a:cs typeface="Verdana" panose="020B0604030504040204" pitchFamily="34" charset="0"/>
              </a:rPr>
              <a:t>MONGODB –DOCUMENT DB</a:t>
            </a:r>
          </a:p>
        </p:txBody>
      </p:sp>
      <p:sp>
        <p:nvSpPr>
          <p:cNvPr id="82947" name="Google Shape;640;g1c19b22ece8_0_19">
            <a:extLst>
              <a:ext uri="{FF2B5EF4-FFF2-40B4-BE49-F238E27FC236}">
                <a16:creationId xmlns:a16="http://schemas.microsoft.com/office/drawing/2014/main" id="{B3206B65-20ED-D0F6-972B-707B4BAB926F}"/>
              </a:ext>
            </a:extLst>
          </p:cNvPr>
          <p:cNvSpPr txBox="1">
            <a:spLocks noGrp="1" noChangeArrowheads="1"/>
          </p:cNvSpPr>
          <p:nvPr>
            <p:ph type="body" idx="1"/>
          </p:nvPr>
        </p:nvSpPr>
        <p:spPr>
          <a:xfrm>
            <a:off x="425450" y="1219200"/>
            <a:ext cx="6000750" cy="5029200"/>
          </a:xfrm>
        </p:spPr>
        <p:txBody>
          <a:bodyPr/>
          <a:lstStyle/>
          <a:p>
            <a:pPr marL="182563" indent="-182563" eaLnBrk="1" hangingPunct="1">
              <a:lnSpc>
                <a:spcPct val="90000"/>
              </a:lnSpc>
              <a:spcBef>
                <a:spcPct val="0"/>
              </a:spcBef>
            </a:pPr>
            <a:r>
              <a:rPr lang="en-US" altLang="en-US">
                <a:latin typeface="Verdana" panose="020B0604030504040204" pitchFamily="34" charset="0"/>
                <a:ea typeface="Verdana" panose="020B0604030504040204" pitchFamily="34" charset="0"/>
                <a:cs typeface="Verdana" panose="020B0604030504040204" pitchFamily="34" charset="0"/>
              </a:rPr>
              <a:t>MongoDB Atlas</a:t>
            </a:r>
          </a:p>
        </p:txBody>
      </p:sp>
      <p:sp>
        <p:nvSpPr>
          <p:cNvPr id="82948" name="Google Shape;641;g1c19b22ece8_0_19">
            <a:extLst>
              <a:ext uri="{FF2B5EF4-FFF2-40B4-BE49-F238E27FC236}">
                <a16:creationId xmlns:a16="http://schemas.microsoft.com/office/drawing/2014/main" id="{2165D89B-81F9-E4BE-C473-C4D08F4AAE64}"/>
              </a:ext>
            </a:extLst>
          </p:cNvPr>
          <p:cNvSpPr>
            <a:spLocks noGrp="1" noChangeArrowheads="1"/>
          </p:cNvSpPr>
          <p:nvPr>
            <p:ph type="sldNum" sz="quarter" idx="10"/>
          </p:nvPr>
        </p:nvSpPr>
        <p:spPr>
          <a:xfrm>
            <a:off x="6127750" y="6429375"/>
            <a:ext cx="273050" cy="263525"/>
          </a:xfrm>
          <a:noFill/>
        </p:spPr>
        <p:txBody>
          <a:bodyPr anchor="ctr"/>
          <a:lstStyle/>
          <a:p>
            <a:fld id="{8BA1ADB9-5774-49E4-97F6-5234F8FAE9BB}" type="slidenum">
              <a:rPr lang="en-US" altLang="en-US"/>
              <a:pPr/>
              <a:t>63</a:t>
            </a:fld>
            <a:endParaRPr lang="en-US" altLang="en-US"/>
          </a:p>
        </p:txBody>
      </p:sp>
      <p:pic>
        <p:nvPicPr>
          <p:cNvPr id="82949" name="Google Shape;642;g1c19b22ece8_0_19" descr="Google Shape;642;g1c19b22ece8_0_19">
            <a:extLst>
              <a:ext uri="{FF2B5EF4-FFF2-40B4-BE49-F238E27FC236}">
                <a16:creationId xmlns:a16="http://schemas.microsoft.com/office/drawing/2014/main" id="{36374249-2429-A8BC-5662-CEA6BD5040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913" y="1851025"/>
            <a:ext cx="7918450" cy="454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Google Shape;647;g1f685ef6d38_0_980">
            <a:extLst>
              <a:ext uri="{FF2B5EF4-FFF2-40B4-BE49-F238E27FC236}">
                <a16:creationId xmlns:a16="http://schemas.microsoft.com/office/drawing/2014/main" id="{DC54581E-FCFB-BEE6-4F05-C6BDAD054858}"/>
              </a:ext>
            </a:extLst>
          </p:cNvPr>
          <p:cNvSpPr txBox="1">
            <a:spLocks noGrp="1" noChangeArrowheads="1"/>
          </p:cNvSpPr>
          <p:nvPr>
            <p:ph type="title"/>
          </p:nvPr>
        </p:nvSpPr>
        <p:spPr>
          <a:xfrm>
            <a:off x="430213" y="152400"/>
            <a:ext cx="6002337" cy="369888"/>
          </a:xfrm>
        </p:spPr>
        <p:txBody>
          <a:bodyPr lIns="0" tIns="0" rIns="0" bIns="0" anchor="t"/>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Why MongoDB?</a:t>
            </a:r>
          </a:p>
        </p:txBody>
      </p:sp>
      <p:sp>
        <p:nvSpPr>
          <p:cNvPr id="573" name="Google Shape;648;g1f685ef6d38_0_980">
            <a:extLst>
              <a:ext uri="{FF2B5EF4-FFF2-40B4-BE49-F238E27FC236}">
                <a16:creationId xmlns:a16="http://schemas.microsoft.com/office/drawing/2014/main" id="{F31D2584-3ABE-654C-002D-2EC169E11695}"/>
              </a:ext>
            </a:extLst>
          </p:cNvPr>
          <p:cNvSpPr txBox="1"/>
          <p:nvPr/>
        </p:nvSpPr>
        <p:spPr>
          <a:xfrm>
            <a:off x="687388" y="1462088"/>
            <a:ext cx="5092700" cy="4000500"/>
          </a:xfrm>
          <a:prstGeom prst="rect">
            <a:avLst/>
          </a:prstGeom>
          <a:ln w="12700">
            <a:miter lim="400000"/>
          </a:ln>
        </p:spPr>
        <p:txBody>
          <a:bodyPr lIns="0" tIns="0" rIns="0" bIns="0">
            <a:spAutoFit/>
          </a:bodyPr>
          <a:lstStyle/>
          <a:p>
            <a:pPr marL="299084" indent="-286384" eaLnBrk="1" fontAlgn="auto">
              <a:spcBef>
                <a:spcPts val="0"/>
              </a:spcBef>
              <a:spcAft>
                <a:spcPts val="0"/>
              </a:spcAft>
              <a:buClr>
                <a:srgbClr val="000000"/>
              </a:buClr>
              <a:buSzPts val="1800"/>
              <a:buFont typeface="Arial"/>
              <a:buChar char="•"/>
              <a:defRPr sz="1800">
                <a:latin typeface="Trebuchet MS"/>
                <a:ea typeface="Trebuchet MS"/>
                <a:cs typeface="Trebuchet MS"/>
                <a:sym typeface="Trebuchet MS"/>
              </a:defRPr>
            </a:pPr>
            <a:r>
              <a:rPr sz="1800" kern="0">
                <a:latin typeface="Trebuchet MS"/>
                <a:ea typeface="Trebuchet MS"/>
                <a:cs typeface="Trebuchet MS"/>
                <a:sym typeface="Trebuchet MS"/>
              </a:rPr>
              <a:t>Open Source</a:t>
            </a: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marL="299084" indent="-286384" eaLnBrk="1" fontAlgn="auto">
              <a:spcBef>
                <a:spcPts val="0"/>
              </a:spcBef>
              <a:spcAft>
                <a:spcPts val="0"/>
              </a:spcAft>
              <a:buClr>
                <a:srgbClr val="000000"/>
              </a:buClr>
              <a:buSzPts val="1800"/>
              <a:buFont typeface="Arial"/>
              <a:buChar char="•"/>
              <a:defRPr sz="1800">
                <a:latin typeface="Trebuchet MS"/>
                <a:ea typeface="Trebuchet MS"/>
                <a:cs typeface="Trebuchet MS"/>
                <a:sym typeface="Trebuchet MS"/>
              </a:defRPr>
            </a:pPr>
            <a:r>
              <a:rPr sz="1800" kern="0">
                <a:latin typeface="Trebuchet MS"/>
                <a:ea typeface="Trebuchet MS"/>
                <a:cs typeface="Trebuchet MS"/>
                <a:sym typeface="Trebuchet MS"/>
              </a:rPr>
              <a:t>Distributed</a:t>
            </a: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marL="299084" indent="-286384" eaLnBrk="1" fontAlgn="auto">
              <a:spcBef>
                <a:spcPts val="0"/>
              </a:spcBef>
              <a:spcAft>
                <a:spcPts val="0"/>
              </a:spcAft>
              <a:buClr>
                <a:srgbClr val="000000"/>
              </a:buClr>
              <a:buSzPts val="1800"/>
              <a:buFont typeface="Arial"/>
              <a:buChar char="•"/>
              <a:defRPr sz="1800">
                <a:latin typeface="Trebuchet MS"/>
                <a:ea typeface="Trebuchet MS"/>
                <a:cs typeface="Trebuchet MS"/>
                <a:sym typeface="Trebuchet MS"/>
              </a:defRPr>
            </a:pPr>
            <a:r>
              <a:rPr sz="1800" kern="0">
                <a:latin typeface="Trebuchet MS"/>
                <a:ea typeface="Trebuchet MS"/>
                <a:cs typeface="Trebuchet MS"/>
                <a:sym typeface="Trebuchet MS"/>
              </a:rPr>
              <a:t>Fast In-Place Updates</a:t>
            </a: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marL="299084" indent="-286384" eaLnBrk="1" fontAlgn="auto">
              <a:spcBef>
                <a:spcPts val="0"/>
              </a:spcBef>
              <a:spcAft>
                <a:spcPts val="0"/>
              </a:spcAft>
              <a:buClr>
                <a:srgbClr val="000000"/>
              </a:buClr>
              <a:buSzPts val="1800"/>
              <a:buFont typeface="Arial"/>
              <a:buChar char="•"/>
              <a:defRPr sz="1800">
                <a:latin typeface="Trebuchet MS"/>
                <a:ea typeface="Trebuchet MS"/>
                <a:cs typeface="Trebuchet MS"/>
                <a:sym typeface="Trebuchet MS"/>
              </a:defRPr>
            </a:pPr>
            <a:r>
              <a:rPr sz="1800" kern="0">
                <a:latin typeface="Trebuchet MS"/>
                <a:ea typeface="Trebuchet MS"/>
                <a:cs typeface="Trebuchet MS"/>
                <a:sym typeface="Trebuchet MS"/>
              </a:rPr>
              <a:t>Replication</a:t>
            </a: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marL="299084" indent="-286384" eaLnBrk="1" fontAlgn="auto">
              <a:spcBef>
                <a:spcPts val="0"/>
              </a:spcBef>
              <a:spcAft>
                <a:spcPts val="0"/>
              </a:spcAft>
              <a:buClr>
                <a:srgbClr val="000000"/>
              </a:buClr>
              <a:buSzPts val="1800"/>
              <a:buFont typeface="Arial"/>
              <a:buChar char="•"/>
              <a:defRPr sz="1800">
                <a:latin typeface="Trebuchet MS"/>
                <a:ea typeface="Trebuchet MS"/>
                <a:cs typeface="Trebuchet MS"/>
                <a:sym typeface="Trebuchet MS"/>
              </a:defRPr>
            </a:pPr>
            <a:r>
              <a:rPr sz="1800" kern="0">
                <a:latin typeface="Trebuchet MS"/>
                <a:ea typeface="Trebuchet MS"/>
                <a:cs typeface="Trebuchet MS"/>
                <a:sym typeface="Trebuchet MS"/>
              </a:rPr>
              <a:t>Full Index Support</a:t>
            </a: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marL="299084" indent="-286384" eaLnBrk="1" fontAlgn="auto">
              <a:spcBef>
                <a:spcPts val="0"/>
              </a:spcBef>
              <a:spcAft>
                <a:spcPts val="0"/>
              </a:spcAft>
              <a:buClr>
                <a:srgbClr val="000000"/>
              </a:buClr>
              <a:buSzPts val="1800"/>
              <a:buFont typeface="Arial"/>
              <a:buChar char="•"/>
              <a:defRPr sz="1800">
                <a:latin typeface="Trebuchet MS"/>
                <a:ea typeface="Trebuchet MS"/>
                <a:cs typeface="Trebuchet MS"/>
                <a:sym typeface="Trebuchet MS"/>
              </a:defRPr>
            </a:pPr>
            <a:r>
              <a:rPr sz="1800" kern="0">
                <a:latin typeface="Trebuchet MS"/>
                <a:ea typeface="Trebuchet MS"/>
                <a:cs typeface="Trebuchet MS"/>
                <a:sym typeface="Trebuchet MS"/>
              </a:rPr>
              <a:t>Rich Query Language</a:t>
            </a: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marL="299084" indent="-286384" eaLnBrk="1" fontAlgn="auto">
              <a:spcBef>
                <a:spcPts val="0"/>
              </a:spcBef>
              <a:spcAft>
                <a:spcPts val="0"/>
              </a:spcAft>
              <a:buClr>
                <a:srgbClr val="000000"/>
              </a:buClr>
              <a:buSzPts val="1800"/>
              <a:buFont typeface="Arial"/>
              <a:buChar char="•"/>
              <a:defRPr sz="1800">
                <a:latin typeface="Trebuchet MS"/>
                <a:ea typeface="Trebuchet MS"/>
                <a:cs typeface="Trebuchet MS"/>
                <a:sym typeface="Trebuchet MS"/>
              </a:defRPr>
            </a:pPr>
            <a:r>
              <a:rPr sz="1800" kern="0">
                <a:latin typeface="Trebuchet MS"/>
                <a:ea typeface="Trebuchet MS"/>
                <a:cs typeface="Trebuchet MS"/>
                <a:sym typeface="Trebuchet MS"/>
              </a:rPr>
              <a:t>Easy Scalability</a:t>
            </a: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marL="299084" indent="-286384" eaLnBrk="1" fontAlgn="auto">
              <a:spcBef>
                <a:spcPts val="0"/>
              </a:spcBef>
              <a:spcAft>
                <a:spcPts val="0"/>
              </a:spcAft>
              <a:buClr>
                <a:srgbClr val="000000"/>
              </a:buClr>
              <a:buSzPts val="1800"/>
              <a:buFont typeface="Arial"/>
              <a:buChar char="•"/>
              <a:defRPr sz="1800">
                <a:latin typeface="Trebuchet MS"/>
                <a:ea typeface="Trebuchet MS"/>
                <a:cs typeface="Trebuchet MS"/>
                <a:sym typeface="Trebuchet MS"/>
              </a:defRPr>
            </a:pPr>
            <a:r>
              <a:rPr sz="1800" kern="0">
                <a:latin typeface="Trebuchet MS"/>
                <a:ea typeface="Trebuchet MS"/>
                <a:cs typeface="Trebuchet MS"/>
                <a:sym typeface="Trebuchet MS"/>
              </a:rPr>
              <a:t>Auto sharding</a:t>
            </a:r>
          </a:p>
        </p:txBody>
      </p:sp>
      <p:sp>
        <p:nvSpPr>
          <p:cNvPr id="2" name="Slide Number Placeholder 1">
            <a:extLst>
              <a:ext uri="{FF2B5EF4-FFF2-40B4-BE49-F238E27FC236}">
                <a16:creationId xmlns:a16="http://schemas.microsoft.com/office/drawing/2014/main" id="{43E02E67-A431-356A-09D2-19836FCCDE03}"/>
              </a:ext>
            </a:extLst>
          </p:cNvPr>
          <p:cNvSpPr>
            <a:spLocks noGrp="1"/>
          </p:cNvSpPr>
          <p:nvPr>
            <p:ph type="sldNum" sz="quarter" idx="10"/>
          </p:nvPr>
        </p:nvSpPr>
        <p:spPr/>
        <p:txBody>
          <a:bodyPr/>
          <a:lstStyle/>
          <a:p>
            <a:fld id="{E41E8F01-B894-4207-BB9D-200711BC0260}" type="slidenum">
              <a:rPr lang="en-US" altLang="en-US" smtClean="0"/>
              <a:pPr/>
              <a:t>64</a:t>
            </a:fld>
            <a:endParaRPr lang="en-US" altLang="en-US"/>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Google Shape;653;g1f685ef6d38_0_986">
            <a:extLst>
              <a:ext uri="{FF2B5EF4-FFF2-40B4-BE49-F238E27FC236}">
                <a16:creationId xmlns:a16="http://schemas.microsoft.com/office/drawing/2014/main" id="{9068A274-39D8-8909-E738-42B5D0556D2F}"/>
              </a:ext>
            </a:extLst>
          </p:cNvPr>
          <p:cNvSpPr txBox="1">
            <a:spLocks noGrp="1" noChangeArrowheads="1"/>
          </p:cNvSpPr>
          <p:nvPr>
            <p:ph type="title"/>
          </p:nvPr>
        </p:nvSpPr>
        <p:spPr>
          <a:xfrm>
            <a:off x="430213" y="152400"/>
            <a:ext cx="6002337" cy="369888"/>
          </a:xfrm>
        </p:spPr>
        <p:txBody>
          <a:bodyPr lIns="0" tIns="0" rIns="0" bIns="0" anchor="t"/>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JSON (Java Script Object Notation)</a:t>
            </a:r>
          </a:p>
        </p:txBody>
      </p:sp>
      <p:sp>
        <p:nvSpPr>
          <p:cNvPr id="576" name="Google Shape;654;g1f685ef6d38_0_986">
            <a:extLst>
              <a:ext uri="{FF2B5EF4-FFF2-40B4-BE49-F238E27FC236}">
                <a16:creationId xmlns:a16="http://schemas.microsoft.com/office/drawing/2014/main" id="{6F6D0035-A521-CAC2-FC3F-DF3A2337DFFB}"/>
              </a:ext>
            </a:extLst>
          </p:cNvPr>
          <p:cNvSpPr txBox="1"/>
          <p:nvPr/>
        </p:nvSpPr>
        <p:spPr>
          <a:xfrm>
            <a:off x="687388" y="1462088"/>
            <a:ext cx="5680075" cy="1866900"/>
          </a:xfrm>
          <a:prstGeom prst="rect">
            <a:avLst/>
          </a:prstGeom>
          <a:ln w="12700">
            <a:miter lim="400000"/>
          </a:ln>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b="1" i="1">
                <a:latin typeface="Trebuchet MS" panose="020B0603020202020204" pitchFamily="34" charset="0"/>
                <a:sym typeface="Trebuchet MS" panose="020B0603020202020204" pitchFamily="34" charset="0"/>
              </a:rPr>
              <a:t>Sample JSON Document</a:t>
            </a:r>
          </a:p>
          <a:p>
            <a:pPr eaLnBrk="1"/>
            <a:endParaRPr lang="en-US" altLang="en-US" sz="1800">
              <a:latin typeface="Times New Roman" panose="02020603050405020304" pitchFamily="18" charset="0"/>
              <a:cs typeface="Times New Roman" panose="02020603050405020304" pitchFamily="18" charset="0"/>
              <a:sym typeface="Times New Roman" panose="02020603050405020304" pitchFamily="18" charset="0"/>
            </a:endParaRPr>
          </a:p>
          <a:p>
            <a:pPr eaLnBrk="1"/>
            <a:r>
              <a:rPr lang="en-US" altLang="en-US" sz="1800">
                <a:latin typeface="Trebuchet MS" panose="020B0603020202020204" pitchFamily="34" charset="0"/>
                <a:sym typeface="Trebuchet MS" panose="020B0603020202020204" pitchFamily="34" charset="0"/>
              </a:rPr>
              <a:t>{</a:t>
            </a:r>
          </a:p>
          <a:p>
            <a:pPr eaLnBrk="1"/>
            <a:r>
              <a:rPr lang="en-US" altLang="en-US" sz="1800">
                <a:latin typeface="Trebuchet MS" panose="020B0603020202020204" pitchFamily="34" charset="0"/>
                <a:sym typeface="Trebuchet MS" panose="020B0603020202020204" pitchFamily="34" charset="0"/>
              </a:rPr>
              <a:t>FirstName: John, </a:t>
            </a:r>
          </a:p>
          <a:p>
            <a:pPr eaLnBrk="1"/>
            <a:r>
              <a:rPr lang="en-US" altLang="en-US" sz="1800">
                <a:latin typeface="Trebuchet MS" panose="020B0603020202020204" pitchFamily="34" charset="0"/>
                <a:sym typeface="Trebuchet MS" panose="020B0603020202020204" pitchFamily="34" charset="0"/>
              </a:rPr>
              <a:t>LastName: Mathews,</a:t>
            </a:r>
          </a:p>
          <a:p>
            <a:pPr eaLnBrk="1"/>
            <a:r>
              <a:rPr lang="en-US" altLang="en-US" sz="1800">
                <a:latin typeface="Trebuchet MS" panose="020B0603020202020204" pitchFamily="34" charset="0"/>
                <a:sym typeface="Trebuchet MS" panose="020B0603020202020204" pitchFamily="34" charset="0"/>
              </a:rPr>
              <a:t>ContactNo: [+123 4567 8900, +123 4444 5555]</a:t>
            </a:r>
          </a:p>
          <a:p>
            <a:pPr eaLnBrk="1"/>
            <a:r>
              <a:rPr lang="en-US" altLang="en-US" sz="1800">
                <a:latin typeface="Trebuchet MS" panose="020B0603020202020204" pitchFamily="34" charset="0"/>
                <a:sym typeface="Trebuchet MS" panose="020B0603020202020204" pitchFamily="34" charset="0"/>
              </a:rPr>
              <a:t>}</a:t>
            </a:r>
          </a:p>
        </p:txBody>
      </p:sp>
      <p:sp>
        <p:nvSpPr>
          <p:cNvPr id="2" name="Slide Number Placeholder 1">
            <a:extLst>
              <a:ext uri="{FF2B5EF4-FFF2-40B4-BE49-F238E27FC236}">
                <a16:creationId xmlns:a16="http://schemas.microsoft.com/office/drawing/2014/main" id="{9935A4A2-A7E4-28DA-BF9F-8F702B825F27}"/>
              </a:ext>
            </a:extLst>
          </p:cNvPr>
          <p:cNvSpPr>
            <a:spLocks noGrp="1"/>
          </p:cNvSpPr>
          <p:nvPr>
            <p:ph type="sldNum" sz="quarter" idx="10"/>
          </p:nvPr>
        </p:nvSpPr>
        <p:spPr/>
        <p:txBody>
          <a:bodyPr/>
          <a:lstStyle/>
          <a:p>
            <a:fld id="{E41E8F01-B894-4207-BB9D-200711BC0260}" type="slidenum">
              <a:rPr lang="en-US" altLang="en-US" smtClean="0"/>
              <a:pPr/>
              <a:t>65</a:t>
            </a:fld>
            <a:endParaRPr lang="en-US" altLang="en-US"/>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Google Shape;659;g1f685ef6d38_0_992">
            <a:extLst>
              <a:ext uri="{FF2B5EF4-FFF2-40B4-BE49-F238E27FC236}">
                <a16:creationId xmlns:a16="http://schemas.microsoft.com/office/drawing/2014/main" id="{56229AF4-36DD-EA0D-DF1E-2EEFAF13A761}"/>
              </a:ext>
            </a:extLst>
          </p:cNvPr>
          <p:cNvSpPr txBox="1">
            <a:spLocks noGrp="1" noChangeArrowheads="1"/>
          </p:cNvSpPr>
          <p:nvPr>
            <p:ph type="title"/>
          </p:nvPr>
        </p:nvSpPr>
        <p:spPr>
          <a:xfrm>
            <a:off x="430213" y="152400"/>
            <a:ext cx="6002337" cy="369888"/>
          </a:xfrm>
        </p:spPr>
        <p:txBody>
          <a:bodyPr lIns="0" tIns="0" rIns="0" bIns="0" anchor="t"/>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Unique Identifier</a:t>
            </a:r>
          </a:p>
        </p:txBody>
      </p:sp>
      <p:sp>
        <p:nvSpPr>
          <p:cNvPr id="86019" name="Google Shape;660;g1f685ef6d38_0_992">
            <a:extLst>
              <a:ext uri="{FF2B5EF4-FFF2-40B4-BE49-F238E27FC236}">
                <a16:creationId xmlns:a16="http://schemas.microsoft.com/office/drawing/2014/main" id="{0EB280A6-6087-3CD3-8E3F-78876A3C7B35}"/>
              </a:ext>
            </a:extLst>
          </p:cNvPr>
          <p:cNvSpPr txBox="1">
            <a:spLocks noChangeArrowheads="1"/>
          </p:cNvSpPr>
          <p:nvPr/>
        </p:nvSpPr>
        <p:spPr bwMode="auto">
          <a:xfrm>
            <a:off x="687388" y="1728788"/>
            <a:ext cx="5410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a:latin typeface="Trebuchet MS" panose="020B0603020202020204" pitchFamily="34" charset="0"/>
                <a:sym typeface="Trebuchet MS" panose="020B0603020202020204" pitchFamily="34" charset="0"/>
              </a:rPr>
              <a:t>Each JSON document should have a unique identifier. It is the _id key.</a:t>
            </a:r>
          </a:p>
        </p:txBody>
      </p:sp>
      <p:graphicFrame>
        <p:nvGraphicFramePr>
          <p:cNvPr id="580" name="Google Shape;661;g1f685ef6d38_0_992">
            <a:extLst>
              <a:ext uri="{FF2B5EF4-FFF2-40B4-BE49-F238E27FC236}">
                <a16:creationId xmlns:a16="http://schemas.microsoft.com/office/drawing/2014/main" id="{E1831D27-6040-1231-2AC9-FDA7E84C0FBD}"/>
              </a:ext>
            </a:extLst>
          </p:cNvPr>
          <p:cNvGraphicFramePr/>
          <p:nvPr/>
        </p:nvGraphicFramePr>
        <p:xfrm>
          <a:off x="727075" y="2605088"/>
          <a:ext cx="5453063" cy="769937"/>
        </p:xfrm>
        <a:graphic>
          <a:graphicData uri="http://schemas.openxmlformats.org/drawingml/2006/table">
            <a:tbl>
              <a:tblPr firstRow="1">
                <a:tableStyleId>{4C3C2611-4C71-4FC5-86AE-919BDF0F9419}</a:tableStyleId>
              </a:tblPr>
              <a:tblGrid>
                <a:gridCol w="386655">
                  <a:extLst>
                    <a:ext uri="{9D8B030D-6E8A-4147-A177-3AD203B41FA5}">
                      <a16:colId xmlns:a16="http://schemas.microsoft.com/office/drawing/2014/main" val="20000"/>
                    </a:ext>
                  </a:extLst>
                </a:gridCol>
                <a:gridCol w="278393">
                  <a:extLst>
                    <a:ext uri="{9D8B030D-6E8A-4147-A177-3AD203B41FA5}">
                      <a16:colId xmlns:a16="http://schemas.microsoft.com/office/drawing/2014/main" val="20001"/>
                    </a:ext>
                  </a:extLst>
                </a:gridCol>
                <a:gridCol w="389705">
                  <a:extLst>
                    <a:ext uri="{9D8B030D-6E8A-4147-A177-3AD203B41FA5}">
                      <a16:colId xmlns:a16="http://schemas.microsoft.com/office/drawing/2014/main" val="20002"/>
                    </a:ext>
                  </a:extLst>
                </a:gridCol>
                <a:gridCol w="501066">
                  <a:extLst>
                    <a:ext uri="{9D8B030D-6E8A-4147-A177-3AD203B41FA5}">
                      <a16:colId xmlns:a16="http://schemas.microsoft.com/office/drawing/2014/main" val="20003"/>
                    </a:ext>
                  </a:extLst>
                </a:gridCol>
                <a:gridCol w="556785">
                  <a:extLst>
                    <a:ext uri="{9D8B030D-6E8A-4147-A177-3AD203B41FA5}">
                      <a16:colId xmlns:a16="http://schemas.microsoft.com/office/drawing/2014/main" val="20004"/>
                    </a:ext>
                  </a:extLst>
                </a:gridCol>
                <a:gridCol w="445348">
                  <a:extLst>
                    <a:ext uri="{9D8B030D-6E8A-4147-A177-3AD203B41FA5}">
                      <a16:colId xmlns:a16="http://schemas.microsoft.com/office/drawing/2014/main" val="20005"/>
                    </a:ext>
                  </a:extLst>
                </a:gridCol>
                <a:gridCol w="501066">
                  <a:extLst>
                    <a:ext uri="{9D8B030D-6E8A-4147-A177-3AD203B41FA5}">
                      <a16:colId xmlns:a16="http://schemas.microsoft.com/office/drawing/2014/main" val="20006"/>
                    </a:ext>
                  </a:extLst>
                </a:gridCol>
                <a:gridCol w="556785">
                  <a:extLst>
                    <a:ext uri="{9D8B030D-6E8A-4147-A177-3AD203B41FA5}">
                      <a16:colId xmlns:a16="http://schemas.microsoft.com/office/drawing/2014/main" val="20007"/>
                    </a:ext>
                  </a:extLst>
                </a:gridCol>
                <a:gridCol w="501066">
                  <a:extLst>
                    <a:ext uri="{9D8B030D-6E8A-4147-A177-3AD203B41FA5}">
                      <a16:colId xmlns:a16="http://schemas.microsoft.com/office/drawing/2014/main" val="20008"/>
                    </a:ext>
                  </a:extLst>
                </a:gridCol>
                <a:gridCol w="445423">
                  <a:extLst>
                    <a:ext uri="{9D8B030D-6E8A-4147-A177-3AD203B41FA5}">
                      <a16:colId xmlns:a16="http://schemas.microsoft.com/office/drawing/2014/main" val="20009"/>
                    </a:ext>
                  </a:extLst>
                </a:gridCol>
                <a:gridCol w="445423">
                  <a:extLst>
                    <a:ext uri="{9D8B030D-6E8A-4147-A177-3AD203B41FA5}">
                      <a16:colId xmlns:a16="http://schemas.microsoft.com/office/drawing/2014/main" val="20010"/>
                    </a:ext>
                  </a:extLst>
                </a:gridCol>
                <a:gridCol w="445348">
                  <a:extLst>
                    <a:ext uri="{9D8B030D-6E8A-4147-A177-3AD203B41FA5}">
                      <a16:colId xmlns:a16="http://schemas.microsoft.com/office/drawing/2014/main" val="20011"/>
                    </a:ext>
                  </a:extLst>
                </a:gridCol>
              </a:tblGrid>
              <a:tr h="293810">
                <a:tc>
                  <a:txBody>
                    <a:bodyPr/>
                    <a:lstStyle/>
                    <a:p>
                      <a:pPr algn="ctr">
                        <a:lnSpc>
                          <a:spcPct val="113277"/>
                        </a:lnSpc>
                        <a:defRPr sz="1800"/>
                      </a:pPr>
                      <a:r>
                        <a:rPr sz="1800" b="1">
                          <a:solidFill>
                            <a:schemeClr val="accent3">
                              <a:lumOff val="44000"/>
                            </a:schemeClr>
                          </a:solidFill>
                          <a:latin typeface="Trebuchet MS"/>
                          <a:ea typeface="Trebuchet MS"/>
                          <a:cs typeface="Trebuchet MS"/>
                          <a:sym typeface="Trebuchet MS"/>
                        </a:rPr>
                        <a:t>0</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l">
                        <a:lnSpc>
                          <a:spcPct val="113277"/>
                        </a:lnSpc>
                        <a:defRPr sz="1800"/>
                      </a:pPr>
                      <a:r>
                        <a:rPr sz="1800" b="1">
                          <a:solidFill>
                            <a:schemeClr val="accent3">
                              <a:lumOff val="44000"/>
                            </a:schemeClr>
                          </a:solidFill>
                          <a:latin typeface="Trebuchet MS"/>
                          <a:ea typeface="Trebuchet MS"/>
                          <a:cs typeface="Trebuchet MS"/>
                          <a:sym typeface="Trebuchet MS"/>
                        </a:rPr>
                        <a:t>1</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ctr">
                        <a:lnSpc>
                          <a:spcPct val="113277"/>
                        </a:lnSpc>
                        <a:defRPr sz="1800"/>
                      </a:pPr>
                      <a:r>
                        <a:rPr sz="1800" b="1">
                          <a:solidFill>
                            <a:schemeClr val="accent3">
                              <a:lumOff val="44000"/>
                            </a:schemeClr>
                          </a:solidFill>
                          <a:latin typeface="Trebuchet MS"/>
                          <a:ea typeface="Trebuchet MS"/>
                          <a:cs typeface="Trebuchet MS"/>
                          <a:sym typeface="Trebuchet MS"/>
                        </a:rPr>
                        <a:t>2</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ctr">
                        <a:lnSpc>
                          <a:spcPct val="113277"/>
                        </a:lnSpc>
                        <a:defRPr sz="1800"/>
                      </a:pPr>
                      <a:r>
                        <a:rPr sz="1800" b="1">
                          <a:solidFill>
                            <a:schemeClr val="accent3">
                              <a:lumOff val="44000"/>
                            </a:schemeClr>
                          </a:solidFill>
                          <a:latin typeface="Trebuchet MS"/>
                          <a:ea typeface="Trebuchet MS"/>
                          <a:cs typeface="Trebuchet MS"/>
                          <a:sym typeface="Trebuchet MS"/>
                        </a:rPr>
                        <a:t>3</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ctr">
                        <a:lnSpc>
                          <a:spcPct val="113277"/>
                        </a:lnSpc>
                        <a:defRPr sz="1800"/>
                      </a:pPr>
                      <a:r>
                        <a:rPr sz="1800" b="1">
                          <a:solidFill>
                            <a:schemeClr val="accent3">
                              <a:lumOff val="44000"/>
                            </a:schemeClr>
                          </a:solidFill>
                          <a:latin typeface="Trebuchet MS"/>
                          <a:ea typeface="Trebuchet MS"/>
                          <a:cs typeface="Trebuchet MS"/>
                          <a:sym typeface="Trebuchet MS"/>
                        </a:rPr>
                        <a:t>4</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ctr">
                        <a:lnSpc>
                          <a:spcPct val="113277"/>
                        </a:lnSpc>
                        <a:defRPr sz="1800"/>
                      </a:pPr>
                      <a:r>
                        <a:rPr sz="1800" b="1">
                          <a:solidFill>
                            <a:schemeClr val="accent3">
                              <a:lumOff val="44000"/>
                            </a:schemeClr>
                          </a:solidFill>
                          <a:latin typeface="Trebuchet MS"/>
                          <a:ea typeface="Trebuchet MS"/>
                          <a:cs typeface="Trebuchet MS"/>
                          <a:sym typeface="Trebuchet MS"/>
                        </a:rPr>
                        <a:t>5</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ctr">
                        <a:lnSpc>
                          <a:spcPct val="113277"/>
                        </a:lnSpc>
                        <a:defRPr sz="1800"/>
                      </a:pPr>
                      <a:r>
                        <a:rPr sz="1800" b="1">
                          <a:solidFill>
                            <a:schemeClr val="accent3">
                              <a:lumOff val="44000"/>
                            </a:schemeClr>
                          </a:solidFill>
                          <a:latin typeface="Trebuchet MS"/>
                          <a:ea typeface="Trebuchet MS"/>
                          <a:cs typeface="Trebuchet MS"/>
                          <a:sym typeface="Trebuchet MS"/>
                        </a:rPr>
                        <a:t>6</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ctr">
                        <a:lnSpc>
                          <a:spcPct val="113277"/>
                        </a:lnSpc>
                        <a:defRPr sz="1800"/>
                      </a:pPr>
                      <a:r>
                        <a:rPr sz="1800" b="1">
                          <a:solidFill>
                            <a:schemeClr val="accent3">
                              <a:lumOff val="44000"/>
                            </a:schemeClr>
                          </a:solidFill>
                          <a:latin typeface="Trebuchet MS"/>
                          <a:ea typeface="Trebuchet MS"/>
                          <a:cs typeface="Trebuchet MS"/>
                          <a:sym typeface="Trebuchet MS"/>
                        </a:rPr>
                        <a:t>7</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ctr">
                        <a:lnSpc>
                          <a:spcPct val="113277"/>
                        </a:lnSpc>
                        <a:defRPr sz="1800"/>
                      </a:pPr>
                      <a:r>
                        <a:rPr sz="1800" b="1">
                          <a:solidFill>
                            <a:schemeClr val="accent3">
                              <a:lumOff val="44000"/>
                            </a:schemeClr>
                          </a:solidFill>
                          <a:latin typeface="Trebuchet MS"/>
                          <a:ea typeface="Trebuchet MS"/>
                          <a:cs typeface="Trebuchet MS"/>
                          <a:sym typeface="Trebuchet MS"/>
                        </a:rPr>
                        <a:t>8</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ctr">
                        <a:lnSpc>
                          <a:spcPct val="113277"/>
                        </a:lnSpc>
                        <a:defRPr sz="1800"/>
                      </a:pPr>
                      <a:r>
                        <a:rPr sz="1800" b="1">
                          <a:solidFill>
                            <a:schemeClr val="accent3">
                              <a:lumOff val="44000"/>
                            </a:schemeClr>
                          </a:solidFill>
                          <a:latin typeface="Trebuchet MS"/>
                          <a:ea typeface="Trebuchet MS"/>
                          <a:cs typeface="Trebuchet MS"/>
                          <a:sym typeface="Trebuchet MS"/>
                        </a:rPr>
                        <a:t>9</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l">
                        <a:lnSpc>
                          <a:spcPct val="113277"/>
                        </a:lnSpc>
                        <a:defRPr sz="1800"/>
                      </a:pPr>
                      <a:r>
                        <a:rPr sz="1800" b="1">
                          <a:solidFill>
                            <a:schemeClr val="accent3">
                              <a:lumOff val="44000"/>
                            </a:schemeClr>
                          </a:solidFill>
                          <a:latin typeface="Trebuchet MS"/>
                          <a:ea typeface="Trebuchet MS"/>
                          <a:cs typeface="Trebuchet MS"/>
                          <a:sym typeface="Trebuchet MS"/>
                        </a:rPr>
                        <a:t>10</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l">
                        <a:lnSpc>
                          <a:spcPct val="113277"/>
                        </a:lnSpc>
                        <a:defRPr sz="1800"/>
                      </a:pPr>
                      <a:r>
                        <a:rPr sz="1800" b="1">
                          <a:solidFill>
                            <a:schemeClr val="accent3">
                              <a:lumOff val="44000"/>
                            </a:schemeClr>
                          </a:solidFill>
                          <a:latin typeface="Trebuchet MS"/>
                          <a:ea typeface="Trebuchet MS"/>
                          <a:cs typeface="Trebuchet MS"/>
                          <a:sym typeface="Trebuchet MS"/>
                        </a:rPr>
                        <a:t>11</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extLst>
                  <a:ext uri="{0D108BD9-81ED-4DB2-BD59-A6C34878D82A}">
                    <a16:rowId xmlns:a16="http://schemas.microsoft.com/office/drawing/2014/main" val="10000"/>
                  </a:ext>
                </a:extLst>
              </a:tr>
              <a:tr h="476127">
                <a:tc gridSpan="4">
                  <a:txBody>
                    <a:bodyPr/>
                    <a:lstStyle/>
                    <a:p>
                      <a:pPr algn="l">
                        <a:lnSpc>
                          <a:spcPct val="108054"/>
                        </a:lnSpc>
                        <a:defRPr sz="1800"/>
                      </a:pPr>
                      <a:r>
                        <a:rPr sz="1800" b="1">
                          <a:solidFill>
                            <a:schemeClr val="accent3">
                              <a:lumOff val="44000"/>
                            </a:schemeClr>
                          </a:solidFill>
                          <a:latin typeface="Trebuchet MS"/>
                          <a:ea typeface="Trebuchet MS"/>
                          <a:cs typeface="Trebuchet MS"/>
                          <a:sym typeface="Trebuchet MS"/>
                        </a:rPr>
                        <a:t>Timestamp</a:t>
                      </a:r>
                    </a:p>
                  </a:txBody>
                  <a:tcPr marL="0" marR="0" marT="0" marB="0" horzOverflow="overflow">
                    <a:lnL w="12700">
                      <a:solidFill>
                        <a:schemeClr val="accent3">
                          <a:lumOff val="44000"/>
                        </a:schemeClr>
                      </a:solidFill>
                    </a:lnL>
                    <a:lnR w="12700">
                      <a:solidFill>
                        <a:schemeClr val="accent3">
                          <a:lumOff val="44000"/>
                        </a:schemeClr>
                      </a:solidFill>
                    </a:lnR>
                    <a:lnT w="38100">
                      <a:solidFill>
                        <a:schemeClr val="accent3">
                          <a:lumOff val="44000"/>
                        </a:schemeClr>
                      </a:solidFill>
                    </a:lnT>
                    <a:lnB w="12700">
                      <a:solidFill>
                        <a:schemeClr val="accent3">
                          <a:lumOff val="44000"/>
                        </a:schemeClr>
                      </a:solidFill>
                    </a:lnB>
                    <a:solidFill>
                      <a:srgbClr val="0E6EC5"/>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algn="l">
                        <a:lnSpc>
                          <a:spcPct val="108054"/>
                        </a:lnSpc>
                        <a:defRPr sz="1800"/>
                      </a:pPr>
                      <a:r>
                        <a:rPr sz="1800">
                          <a:latin typeface="Trebuchet MS"/>
                          <a:ea typeface="Trebuchet MS"/>
                          <a:cs typeface="Trebuchet MS"/>
                          <a:sym typeface="Trebuchet MS"/>
                        </a:rPr>
                        <a:t>Machine ID</a:t>
                      </a:r>
                    </a:p>
                  </a:txBody>
                  <a:tcPr marL="0" marR="0" marT="0" marB="0" horzOverflow="overflow">
                    <a:lnL w="12700">
                      <a:solidFill>
                        <a:schemeClr val="accent3">
                          <a:lumOff val="44000"/>
                        </a:schemeClr>
                      </a:solidFill>
                    </a:lnL>
                    <a:lnR w="12700">
                      <a:solidFill>
                        <a:schemeClr val="accent3">
                          <a:lumOff val="44000"/>
                        </a:schemeClr>
                      </a:solidFill>
                    </a:lnR>
                    <a:lnT w="38100">
                      <a:solidFill>
                        <a:schemeClr val="accent3">
                          <a:lumOff val="44000"/>
                        </a:schemeClr>
                      </a:solidFill>
                    </a:lnT>
                    <a:lnB w="12700">
                      <a:solidFill>
                        <a:schemeClr val="accent3">
                          <a:lumOff val="44000"/>
                        </a:schemeClr>
                      </a:solidFill>
                    </a:lnB>
                    <a:solidFill>
                      <a:srgbClr val="CCD4EA"/>
                    </a:solidFill>
                  </a:tcPr>
                </a:tc>
                <a:tc hMerge="1">
                  <a:txBody>
                    <a:bodyPr/>
                    <a:lstStyle/>
                    <a:p>
                      <a:endParaRPr lang="en-US"/>
                    </a:p>
                  </a:txBody>
                  <a:tcPr/>
                </a:tc>
                <a:tc hMerge="1">
                  <a:txBody>
                    <a:bodyPr/>
                    <a:lstStyle/>
                    <a:p>
                      <a:endParaRPr lang="en-US"/>
                    </a:p>
                  </a:txBody>
                  <a:tcPr/>
                </a:tc>
                <a:tc gridSpan="2">
                  <a:txBody>
                    <a:bodyPr/>
                    <a:lstStyle/>
                    <a:p>
                      <a:pPr algn="l">
                        <a:lnSpc>
                          <a:spcPct val="108054"/>
                        </a:lnSpc>
                        <a:defRPr sz="1800"/>
                      </a:pPr>
                      <a:r>
                        <a:rPr sz="1800">
                          <a:latin typeface="Trebuchet MS"/>
                          <a:ea typeface="Trebuchet MS"/>
                          <a:cs typeface="Trebuchet MS"/>
                          <a:sym typeface="Trebuchet MS"/>
                        </a:rPr>
                        <a:t>Process ID</a:t>
                      </a:r>
                    </a:p>
                  </a:txBody>
                  <a:tcPr marL="0" marR="0" marT="0" marB="0" horzOverflow="overflow">
                    <a:lnL w="12700">
                      <a:solidFill>
                        <a:schemeClr val="accent3">
                          <a:lumOff val="44000"/>
                        </a:schemeClr>
                      </a:solidFill>
                    </a:lnL>
                    <a:lnR w="12700">
                      <a:solidFill>
                        <a:schemeClr val="accent3">
                          <a:lumOff val="44000"/>
                        </a:schemeClr>
                      </a:solidFill>
                    </a:lnR>
                    <a:lnT w="38100">
                      <a:solidFill>
                        <a:schemeClr val="accent3">
                          <a:lumOff val="44000"/>
                        </a:schemeClr>
                      </a:solidFill>
                    </a:lnT>
                    <a:lnB w="12700">
                      <a:solidFill>
                        <a:schemeClr val="accent3">
                          <a:lumOff val="44000"/>
                        </a:schemeClr>
                      </a:solidFill>
                    </a:lnB>
                    <a:solidFill>
                      <a:srgbClr val="CCD4EA"/>
                    </a:solidFill>
                  </a:tcPr>
                </a:tc>
                <a:tc hMerge="1">
                  <a:txBody>
                    <a:bodyPr/>
                    <a:lstStyle/>
                    <a:p>
                      <a:endParaRPr lang="en-US"/>
                    </a:p>
                  </a:txBody>
                  <a:tcPr/>
                </a:tc>
                <a:tc gridSpan="3">
                  <a:txBody>
                    <a:bodyPr/>
                    <a:lstStyle/>
                    <a:p>
                      <a:pPr algn="l">
                        <a:lnSpc>
                          <a:spcPct val="108054"/>
                        </a:lnSpc>
                        <a:defRPr sz="1800"/>
                      </a:pPr>
                      <a:r>
                        <a:rPr sz="1800">
                          <a:latin typeface="Trebuchet MS"/>
                          <a:ea typeface="Trebuchet MS"/>
                          <a:cs typeface="Trebuchet MS"/>
                          <a:sym typeface="Trebuchet MS"/>
                        </a:rPr>
                        <a:t>Counter</a:t>
                      </a:r>
                    </a:p>
                  </a:txBody>
                  <a:tcPr marL="0" marR="0" marT="0" marB="0" horzOverflow="overflow">
                    <a:lnL w="12700">
                      <a:solidFill>
                        <a:schemeClr val="accent3">
                          <a:lumOff val="44000"/>
                        </a:schemeClr>
                      </a:solidFill>
                    </a:lnL>
                    <a:lnR w="12700">
                      <a:solidFill>
                        <a:schemeClr val="accent3">
                          <a:lumOff val="44000"/>
                        </a:schemeClr>
                      </a:solidFill>
                    </a:lnR>
                    <a:lnT w="38100">
                      <a:solidFill>
                        <a:schemeClr val="accent3">
                          <a:lumOff val="44000"/>
                        </a:schemeClr>
                      </a:solidFill>
                    </a:lnT>
                    <a:lnB w="12700">
                      <a:solidFill>
                        <a:schemeClr val="accent3">
                          <a:lumOff val="44000"/>
                        </a:schemeClr>
                      </a:solidFill>
                    </a:lnB>
                    <a:solidFill>
                      <a:srgbClr val="CCD4E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bl>
          </a:graphicData>
        </a:graphic>
      </p:graphicFrame>
      <p:sp>
        <p:nvSpPr>
          <p:cNvPr id="2" name="Slide Number Placeholder 1">
            <a:extLst>
              <a:ext uri="{FF2B5EF4-FFF2-40B4-BE49-F238E27FC236}">
                <a16:creationId xmlns:a16="http://schemas.microsoft.com/office/drawing/2014/main" id="{EC7CB4A8-949C-B6F9-942F-448017D3054C}"/>
              </a:ext>
            </a:extLst>
          </p:cNvPr>
          <p:cNvSpPr>
            <a:spLocks noGrp="1"/>
          </p:cNvSpPr>
          <p:nvPr>
            <p:ph type="sldNum" sz="quarter" idx="10"/>
          </p:nvPr>
        </p:nvSpPr>
        <p:spPr/>
        <p:txBody>
          <a:bodyPr/>
          <a:lstStyle/>
          <a:p>
            <a:fld id="{E41E8F01-B894-4207-BB9D-200711BC0260}" type="slidenum">
              <a:rPr lang="en-US" altLang="en-US" smtClean="0"/>
              <a:pPr/>
              <a:t>66</a:t>
            </a:fld>
            <a:endParaRPr lang="en-US" altLang="en-US"/>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Google Shape;666;g1f685ef6d38_0_1079">
            <a:extLst>
              <a:ext uri="{FF2B5EF4-FFF2-40B4-BE49-F238E27FC236}">
                <a16:creationId xmlns:a16="http://schemas.microsoft.com/office/drawing/2014/main" id="{C4FA106A-A8B3-DF9D-2D7B-2B54CE6084CA}"/>
              </a:ext>
            </a:extLst>
          </p:cNvPr>
          <p:cNvSpPr txBox="1">
            <a:spLocks noGrp="1" noChangeArrowheads="1"/>
          </p:cNvSpPr>
          <p:nvPr>
            <p:ph type="title"/>
          </p:nvPr>
        </p:nvSpPr>
        <p:spPr>
          <a:xfrm>
            <a:off x="430213" y="152400"/>
            <a:ext cx="6002337" cy="738188"/>
          </a:xfrm>
        </p:spPr>
        <p:txBody>
          <a:bodyPr lIns="0" tIns="0" rIns="0" bIns="0" anchor="t"/>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Terms Used in RDBMS and MongoDB</a:t>
            </a:r>
          </a:p>
        </p:txBody>
      </p:sp>
      <p:graphicFrame>
        <p:nvGraphicFramePr>
          <p:cNvPr id="583" name="Google Shape;667;g1f685ef6d38_0_1079">
            <a:extLst>
              <a:ext uri="{FF2B5EF4-FFF2-40B4-BE49-F238E27FC236}">
                <a16:creationId xmlns:a16="http://schemas.microsoft.com/office/drawing/2014/main" id="{0BB5254C-38FA-58C1-61FF-A74BA0BD2F86}"/>
              </a:ext>
            </a:extLst>
          </p:cNvPr>
          <p:cNvGraphicFramePr/>
          <p:nvPr/>
        </p:nvGraphicFramePr>
        <p:xfrm>
          <a:off x="752475" y="1762125"/>
          <a:ext cx="4868863" cy="3541837"/>
        </p:xfrm>
        <a:graphic>
          <a:graphicData uri="http://schemas.openxmlformats.org/drawingml/2006/table">
            <a:tbl>
              <a:tblPr firstRow="1">
                <a:tableStyleId>{4C3C2611-4C71-4FC5-86AE-919BDF0F9419}</a:tableStyleId>
              </a:tblPr>
              <a:tblGrid>
                <a:gridCol w="1747710">
                  <a:extLst>
                    <a:ext uri="{9D8B030D-6E8A-4147-A177-3AD203B41FA5}">
                      <a16:colId xmlns:a16="http://schemas.microsoft.com/office/drawing/2014/main" val="20000"/>
                    </a:ext>
                  </a:extLst>
                </a:gridCol>
                <a:gridCol w="3121153">
                  <a:extLst>
                    <a:ext uri="{9D8B030D-6E8A-4147-A177-3AD203B41FA5}">
                      <a16:colId xmlns:a16="http://schemas.microsoft.com/office/drawing/2014/main" val="20001"/>
                    </a:ext>
                  </a:extLst>
                </a:gridCol>
              </a:tblGrid>
              <a:tr h="420288">
                <a:tc>
                  <a:txBody>
                    <a:bodyPr/>
                    <a:lstStyle/>
                    <a:p>
                      <a:pPr algn="l">
                        <a:lnSpc>
                          <a:spcPct val="113610"/>
                        </a:lnSpc>
                        <a:defRPr sz="1800"/>
                      </a:pPr>
                      <a:r>
                        <a:rPr sz="1800" b="1">
                          <a:solidFill>
                            <a:schemeClr val="accent3">
                              <a:lumOff val="44000"/>
                            </a:schemeClr>
                          </a:solidFill>
                          <a:latin typeface="Trebuchet MS"/>
                          <a:ea typeface="Trebuchet MS"/>
                          <a:cs typeface="Trebuchet MS"/>
                          <a:sym typeface="Trebuchet MS"/>
                        </a:rPr>
                        <a:t>RDBMS</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tc>
                  <a:txBody>
                    <a:bodyPr/>
                    <a:lstStyle/>
                    <a:p>
                      <a:pPr algn="l">
                        <a:lnSpc>
                          <a:spcPct val="113610"/>
                        </a:lnSpc>
                        <a:defRPr sz="1800"/>
                      </a:pPr>
                      <a:r>
                        <a:rPr sz="1800" b="1">
                          <a:solidFill>
                            <a:schemeClr val="accent3">
                              <a:lumOff val="44000"/>
                            </a:schemeClr>
                          </a:solidFill>
                          <a:latin typeface="Trebuchet MS"/>
                          <a:ea typeface="Trebuchet MS"/>
                          <a:cs typeface="Trebuchet MS"/>
                          <a:sym typeface="Trebuchet MS"/>
                        </a:rPr>
                        <a:t>MongoDB</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38100">
                      <a:solidFill>
                        <a:schemeClr val="accent3">
                          <a:lumOff val="44000"/>
                        </a:schemeClr>
                      </a:solidFill>
                    </a:lnB>
                    <a:solidFill>
                      <a:srgbClr val="0E6EC5"/>
                    </a:solidFill>
                  </a:tcPr>
                </a:tc>
                <a:extLst>
                  <a:ext uri="{0D108BD9-81ED-4DB2-BD59-A6C34878D82A}">
                    <a16:rowId xmlns:a16="http://schemas.microsoft.com/office/drawing/2014/main" val="10000"/>
                  </a:ext>
                </a:extLst>
              </a:tr>
              <a:tr h="420288">
                <a:tc>
                  <a:txBody>
                    <a:bodyPr/>
                    <a:lstStyle/>
                    <a:p>
                      <a:pPr algn="l">
                        <a:lnSpc>
                          <a:spcPct val="107722"/>
                        </a:lnSpc>
                        <a:defRPr sz="1800"/>
                      </a:pPr>
                      <a:r>
                        <a:rPr sz="1800" b="1">
                          <a:solidFill>
                            <a:schemeClr val="accent3">
                              <a:lumOff val="44000"/>
                            </a:schemeClr>
                          </a:solidFill>
                          <a:latin typeface="Trebuchet MS"/>
                          <a:ea typeface="Trebuchet MS"/>
                          <a:cs typeface="Trebuchet MS"/>
                          <a:sym typeface="Trebuchet MS"/>
                        </a:rPr>
                        <a:t>Database</a:t>
                      </a:r>
                    </a:p>
                  </a:txBody>
                  <a:tcPr marL="0" marR="0" marT="0" marB="0" horzOverflow="overflow">
                    <a:lnL w="12700">
                      <a:solidFill>
                        <a:schemeClr val="accent3">
                          <a:lumOff val="44000"/>
                        </a:schemeClr>
                      </a:solidFill>
                    </a:lnL>
                    <a:lnR w="12700">
                      <a:solidFill>
                        <a:schemeClr val="accent3">
                          <a:lumOff val="44000"/>
                        </a:schemeClr>
                      </a:solidFill>
                    </a:lnR>
                    <a:lnT w="38100">
                      <a:solidFill>
                        <a:schemeClr val="accent3">
                          <a:lumOff val="44000"/>
                        </a:schemeClr>
                      </a:solidFill>
                    </a:lnT>
                    <a:lnB w="12700">
                      <a:solidFill>
                        <a:schemeClr val="accent3">
                          <a:lumOff val="44000"/>
                        </a:schemeClr>
                      </a:solidFill>
                    </a:lnB>
                    <a:solidFill>
                      <a:srgbClr val="0E6EC5"/>
                    </a:solidFill>
                  </a:tcPr>
                </a:tc>
                <a:tc>
                  <a:txBody>
                    <a:bodyPr/>
                    <a:lstStyle/>
                    <a:p>
                      <a:pPr algn="l">
                        <a:lnSpc>
                          <a:spcPct val="107722"/>
                        </a:lnSpc>
                        <a:defRPr sz="1800"/>
                      </a:pPr>
                      <a:r>
                        <a:rPr sz="1800">
                          <a:latin typeface="Trebuchet MS"/>
                          <a:ea typeface="Trebuchet MS"/>
                          <a:cs typeface="Trebuchet MS"/>
                          <a:sym typeface="Trebuchet MS"/>
                        </a:rPr>
                        <a:t>Database</a:t>
                      </a:r>
                    </a:p>
                  </a:txBody>
                  <a:tcPr marL="0" marR="0" marT="0" marB="0" horzOverflow="overflow">
                    <a:lnL w="12700">
                      <a:solidFill>
                        <a:schemeClr val="accent3">
                          <a:lumOff val="44000"/>
                        </a:schemeClr>
                      </a:solidFill>
                    </a:lnL>
                    <a:lnR w="12700">
                      <a:solidFill>
                        <a:schemeClr val="accent3">
                          <a:lumOff val="44000"/>
                        </a:schemeClr>
                      </a:solidFill>
                    </a:lnR>
                    <a:lnT w="38100">
                      <a:solidFill>
                        <a:schemeClr val="accent3">
                          <a:lumOff val="44000"/>
                        </a:schemeClr>
                      </a:solidFill>
                    </a:lnT>
                    <a:lnB w="12700">
                      <a:solidFill>
                        <a:schemeClr val="accent3">
                          <a:lumOff val="44000"/>
                        </a:schemeClr>
                      </a:solidFill>
                    </a:lnB>
                    <a:solidFill>
                      <a:srgbClr val="CCD4EA"/>
                    </a:solidFill>
                  </a:tcPr>
                </a:tc>
                <a:extLst>
                  <a:ext uri="{0D108BD9-81ED-4DB2-BD59-A6C34878D82A}">
                    <a16:rowId xmlns:a16="http://schemas.microsoft.com/office/drawing/2014/main" val="10001"/>
                  </a:ext>
                </a:extLst>
              </a:tr>
              <a:tr h="420288">
                <a:tc>
                  <a:txBody>
                    <a:bodyPr/>
                    <a:lstStyle/>
                    <a:p>
                      <a:pPr algn="l">
                        <a:lnSpc>
                          <a:spcPct val="113610"/>
                        </a:lnSpc>
                        <a:defRPr sz="1800"/>
                      </a:pPr>
                      <a:r>
                        <a:rPr sz="1800" b="1">
                          <a:solidFill>
                            <a:schemeClr val="accent3">
                              <a:lumOff val="44000"/>
                            </a:schemeClr>
                          </a:solidFill>
                          <a:latin typeface="Trebuchet MS"/>
                          <a:ea typeface="Trebuchet MS"/>
                          <a:cs typeface="Trebuchet MS"/>
                          <a:sym typeface="Trebuchet MS"/>
                        </a:rPr>
                        <a:t>Table</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0E6EC5"/>
                    </a:solidFill>
                  </a:tcPr>
                </a:tc>
                <a:tc>
                  <a:txBody>
                    <a:bodyPr/>
                    <a:lstStyle/>
                    <a:p>
                      <a:pPr algn="l">
                        <a:lnSpc>
                          <a:spcPct val="113610"/>
                        </a:lnSpc>
                        <a:defRPr sz="1800"/>
                      </a:pPr>
                      <a:r>
                        <a:rPr sz="1800">
                          <a:latin typeface="Trebuchet MS"/>
                          <a:ea typeface="Trebuchet MS"/>
                          <a:cs typeface="Trebuchet MS"/>
                          <a:sym typeface="Trebuchet MS"/>
                        </a:rPr>
                        <a:t>Collection</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E7EBF5"/>
                    </a:solidFill>
                  </a:tcPr>
                </a:tc>
                <a:extLst>
                  <a:ext uri="{0D108BD9-81ED-4DB2-BD59-A6C34878D82A}">
                    <a16:rowId xmlns:a16="http://schemas.microsoft.com/office/drawing/2014/main" val="10002"/>
                  </a:ext>
                </a:extLst>
              </a:tr>
              <a:tr h="420288">
                <a:tc>
                  <a:txBody>
                    <a:bodyPr/>
                    <a:lstStyle/>
                    <a:p>
                      <a:pPr algn="l">
                        <a:lnSpc>
                          <a:spcPct val="113610"/>
                        </a:lnSpc>
                        <a:defRPr sz="1800"/>
                      </a:pPr>
                      <a:r>
                        <a:rPr sz="1800" b="1">
                          <a:solidFill>
                            <a:schemeClr val="accent3">
                              <a:lumOff val="44000"/>
                            </a:schemeClr>
                          </a:solidFill>
                          <a:latin typeface="Trebuchet MS"/>
                          <a:ea typeface="Trebuchet MS"/>
                          <a:cs typeface="Trebuchet MS"/>
                          <a:sym typeface="Trebuchet MS"/>
                        </a:rPr>
                        <a:t>Record</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0E6EC5"/>
                    </a:solidFill>
                  </a:tcPr>
                </a:tc>
                <a:tc>
                  <a:txBody>
                    <a:bodyPr/>
                    <a:lstStyle/>
                    <a:p>
                      <a:pPr algn="l">
                        <a:lnSpc>
                          <a:spcPct val="113610"/>
                        </a:lnSpc>
                        <a:defRPr sz="1800"/>
                      </a:pPr>
                      <a:r>
                        <a:rPr sz="1800">
                          <a:latin typeface="Trebuchet MS"/>
                          <a:ea typeface="Trebuchet MS"/>
                          <a:cs typeface="Trebuchet MS"/>
                          <a:sym typeface="Trebuchet MS"/>
                        </a:rPr>
                        <a:t>Document</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CCD4EA"/>
                    </a:solidFill>
                  </a:tcPr>
                </a:tc>
                <a:extLst>
                  <a:ext uri="{0D108BD9-81ED-4DB2-BD59-A6C34878D82A}">
                    <a16:rowId xmlns:a16="http://schemas.microsoft.com/office/drawing/2014/main" val="10003"/>
                  </a:ext>
                </a:extLst>
              </a:tr>
              <a:tr h="420288">
                <a:tc>
                  <a:txBody>
                    <a:bodyPr/>
                    <a:lstStyle/>
                    <a:p>
                      <a:pPr algn="l">
                        <a:lnSpc>
                          <a:spcPct val="113610"/>
                        </a:lnSpc>
                        <a:defRPr sz="1800"/>
                      </a:pPr>
                      <a:r>
                        <a:rPr sz="1800" b="1">
                          <a:solidFill>
                            <a:schemeClr val="accent3">
                              <a:lumOff val="44000"/>
                            </a:schemeClr>
                          </a:solidFill>
                          <a:latin typeface="Trebuchet MS"/>
                          <a:ea typeface="Trebuchet MS"/>
                          <a:cs typeface="Trebuchet MS"/>
                          <a:sym typeface="Trebuchet MS"/>
                        </a:rPr>
                        <a:t>Columns</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0E6EC5"/>
                    </a:solidFill>
                  </a:tcPr>
                </a:tc>
                <a:tc>
                  <a:txBody>
                    <a:bodyPr/>
                    <a:lstStyle/>
                    <a:p>
                      <a:pPr algn="l">
                        <a:lnSpc>
                          <a:spcPct val="113610"/>
                        </a:lnSpc>
                        <a:defRPr sz="1800"/>
                      </a:pPr>
                      <a:r>
                        <a:rPr sz="1800">
                          <a:latin typeface="Trebuchet MS"/>
                          <a:ea typeface="Trebuchet MS"/>
                          <a:cs typeface="Trebuchet MS"/>
                          <a:sym typeface="Trebuchet MS"/>
                        </a:rPr>
                        <a:t>Fields / Key Value pairs</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E7EBF5"/>
                    </a:solidFill>
                  </a:tcPr>
                </a:tc>
                <a:extLst>
                  <a:ext uri="{0D108BD9-81ED-4DB2-BD59-A6C34878D82A}">
                    <a16:rowId xmlns:a16="http://schemas.microsoft.com/office/drawing/2014/main" val="10004"/>
                  </a:ext>
                </a:extLst>
              </a:tr>
              <a:tr h="420288">
                <a:tc>
                  <a:txBody>
                    <a:bodyPr/>
                    <a:lstStyle/>
                    <a:p>
                      <a:pPr algn="l">
                        <a:lnSpc>
                          <a:spcPct val="113610"/>
                        </a:lnSpc>
                        <a:defRPr sz="1800"/>
                      </a:pPr>
                      <a:r>
                        <a:rPr sz="1800" b="1">
                          <a:solidFill>
                            <a:schemeClr val="accent3">
                              <a:lumOff val="44000"/>
                            </a:schemeClr>
                          </a:solidFill>
                          <a:latin typeface="Trebuchet MS"/>
                          <a:ea typeface="Trebuchet MS"/>
                          <a:cs typeface="Trebuchet MS"/>
                          <a:sym typeface="Trebuchet MS"/>
                        </a:rPr>
                        <a:t>Index</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0E6EC5"/>
                    </a:solidFill>
                  </a:tcPr>
                </a:tc>
                <a:tc>
                  <a:txBody>
                    <a:bodyPr/>
                    <a:lstStyle/>
                    <a:p>
                      <a:pPr algn="l">
                        <a:lnSpc>
                          <a:spcPct val="113610"/>
                        </a:lnSpc>
                        <a:defRPr sz="1800"/>
                      </a:pPr>
                      <a:r>
                        <a:rPr sz="1800">
                          <a:latin typeface="Trebuchet MS"/>
                          <a:ea typeface="Trebuchet MS"/>
                          <a:cs typeface="Trebuchet MS"/>
                          <a:sym typeface="Trebuchet MS"/>
                        </a:rPr>
                        <a:t>Index</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CCD4EA"/>
                    </a:solidFill>
                  </a:tcPr>
                </a:tc>
                <a:extLst>
                  <a:ext uri="{0D108BD9-81ED-4DB2-BD59-A6C34878D82A}">
                    <a16:rowId xmlns:a16="http://schemas.microsoft.com/office/drawing/2014/main" val="10005"/>
                  </a:ext>
                </a:extLst>
              </a:tr>
              <a:tr h="420288">
                <a:tc>
                  <a:txBody>
                    <a:bodyPr/>
                    <a:lstStyle/>
                    <a:p>
                      <a:pPr algn="l">
                        <a:lnSpc>
                          <a:spcPct val="113888"/>
                        </a:lnSpc>
                        <a:defRPr sz="1800"/>
                      </a:pPr>
                      <a:r>
                        <a:rPr sz="1800" b="1">
                          <a:solidFill>
                            <a:schemeClr val="accent3">
                              <a:lumOff val="44000"/>
                            </a:schemeClr>
                          </a:solidFill>
                          <a:latin typeface="Trebuchet MS"/>
                          <a:ea typeface="Trebuchet MS"/>
                          <a:cs typeface="Trebuchet MS"/>
                          <a:sym typeface="Trebuchet MS"/>
                        </a:rPr>
                        <a:t>Joins</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0E6EC5"/>
                    </a:solidFill>
                  </a:tcPr>
                </a:tc>
                <a:tc>
                  <a:txBody>
                    <a:bodyPr/>
                    <a:lstStyle/>
                    <a:p>
                      <a:pPr algn="l">
                        <a:lnSpc>
                          <a:spcPct val="113888"/>
                        </a:lnSpc>
                        <a:defRPr sz="1800"/>
                      </a:pPr>
                      <a:r>
                        <a:rPr sz="1800">
                          <a:latin typeface="Trebuchet MS"/>
                          <a:ea typeface="Trebuchet MS"/>
                          <a:cs typeface="Trebuchet MS"/>
                          <a:sym typeface="Trebuchet MS"/>
                        </a:rPr>
                        <a:t>Embedded documents</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E7EBF5"/>
                    </a:solidFill>
                  </a:tcPr>
                </a:tc>
                <a:extLst>
                  <a:ext uri="{0D108BD9-81ED-4DB2-BD59-A6C34878D82A}">
                    <a16:rowId xmlns:a16="http://schemas.microsoft.com/office/drawing/2014/main" val="10006"/>
                  </a:ext>
                </a:extLst>
              </a:tr>
              <a:tr h="599697">
                <a:tc>
                  <a:txBody>
                    <a:bodyPr/>
                    <a:lstStyle/>
                    <a:p>
                      <a:pPr algn="l">
                        <a:lnSpc>
                          <a:spcPct val="113610"/>
                        </a:lnSpc>
                        <a:defRPr sz="1800"/>
                      </a:pPr>
                      <a:r>
                        <a:rPr sz="1800" b="1">
                          <a:solidFill>
                            <a:schemeClr val="accent3">
                              <a:lumOff val="44000"/>
                            </a:schemeClr>
                          </a:solidFill>
                          <a:latin typeface="Trebuchet MS"/>
                          <a:ea typeface="Trebuchet MS"/>
                          <a:cs typeface="Trebuchet MS"/>
                          <a:sym typeface="Trebuchet MS"/>
                        </a:rPr>
                        <a:t>Primary Key</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0E6EC5"/>
                    </a:solidFill>
                  </a:tcPr>
                </a:tc>
                <a:tc>
                  <a:txBody>
                    <a:bodyPr/>
                    <a:lstStyle/>
                    <a:p>
                      <a:pPr algn="l">
                        <a:lnSpc>
                          <a:spcPct val="113610"/>
                        </a:lnSpc>
                        <a:defRPr sz="1800"/>
                      </a:pPr>
                      <a:r>
                        <a:rPr sz="1800">
                          <a:latin typeface="Trebuchet MS"/>
                          <a:ea typeface="Trebuchet MS"/>
                          <a:cs typeface="Trebuchet MS"/>
                          <a:sym typeface="Trebuchet MS"/>
                        </a:rPr>
                        <a:t>Primary key (_id is a identifier)</a:t>
                      </a:r>
                    </a:p>
                  </a:txBody>
                  <a:tcPr marL="0" marR="0" marT="0" marB="0" horzOverflow="overflow">
                    <a:lnL w="12700">
                      <a:solidFill>
                        <a:schemeClr val="accent3">
                          <a:lumOff val="44000"/>
                        </a:schemeClr>
                      </a:solidFill>
                    </a:lnL>
                    <a:lnR w="12700">
                      <a:solidFill>
                        <a:schemeClr val="accent3">
                          <a:lumOff val="44000"/>
                        </a:schemeClr>
                      </a:solidFill>
                    </a:lnR>
                    <a:lnT w="12700">
                      <a:solidFill>
                        <a:schemeClr val="accent3">
                          <a:lumOff val="44000"/>
                        </a:schemeClr>
                      </a:solidFill>
                    </a:lnT>
                    <a:lnB w="12700">
                      <a:solidFill>
                        <a:schemeClr val="accent3">
                          <a:lumOff val="44000"/>
                        </a:schemeClr>
                      </a:solidFill>
                    </a:lnB>
                    <a:solidFill>
                      <a:srgbClr val="CCD4EA"/>
                    </a:solidFill>
                  </a:tcPr>
                </a:tc>
                <a:extLst>
                  <a:ext uri="{0D108BD9-81ED-4DB2-BD59-A6C34878D82A}">
                    <a16:rowId xmlns:a16="http://schemas.microsoft.com/office/drawing/2014/main" val="10007"/>
                  </a:ext>
                </a:extLst>
              </a:tr>
            </a:tbl>
          </a:graphicData>
        </a:graphic>
      </p:graphicFrame>
      <p:sp>
        <p:nvSpPr>
          <p:cNvPr id="2" name="Slide Number Placeholder 1">
            <a:extLst>
              <a:ext uri="{FF2B5EF4-FFF2-40B4-BE49-F238E27FC236}">
                <a16:creationId xmlns:a16="http://schemas.microsoft.com/office/drawing/2014/main" id="{11542FEF-6806-4CC5-D5CD-C3F8B9BEA6F1}"/>
              </a:ext>
            </a:extLst>
          </p:cNvPr>
          <p:cNvSpPr>
            <a:spLocks noGrp="1"/>
          </p:cNvSpPr>
          <p:nvPr>
            <p:ph type="sldNum" sz="quarter" idx="10"/>
          </p:nvPr>
        </p:nvSpPr>
        <p:spPr/>
        <p:txBody>
          <a:bodyPr/>
          <a:lstStyle/>
          <a:p>
            <a:fld id="{E41E8F01-B894-4207-BB9D-200711BC0260}" type="slidenum">
              <a:rPr lang="en-US" altLang="en-US" smtClean="0"/>
              <a:pPr/>
              <a:t>67</a:t>
            </a:fld>
            <a:endParaRPr lang="en-US" altLang="en-US"/>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Google Shape;673;g1d2b8a7a864_0_0">
            <a:extLst>
              <a:ext uri="{FF2B5EF4-FFF2-40B4-BE49-F238E27FC236}">
                <a16:creationId xmlns:a16="http://schemas.microsoft.com/office/drawing/2014/main" id="{127E03F4-4686-C970-D780-7CB4FB81CC6A}"/>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CREATE DATABASE IN MONGODB</a:t>
            </a:r>
          </a:p>
        </p:txBody>
      </p:sp>
      <p:sp>
        <p:nvSpPr>
          <p:cNvPr id="88067" name="Google Shape;674;g1d2b8a7a864_0_0">
            <a:extLst>
              <a:ext uri="{FF2B5EF4-FFF2-40B4-BE49-F238E27FC236}">
                <a16:creationId xmlns:a16="http://schemas.microsoft.com/office/drawing/2014/main" id="{0F923BCA-16FD-D1EF-85D6-282232D766D1}"/>
              </a:ext>
            </a:extLst>
          </p:cNvPr>
          <p:cNvSpPr txBox="1">
            <a:spLocks noGrp="1" noChangeArrowheads="1"/>
          </p:cNvSpPr>
          <p:nvPr>
            <p:ph type="body" sz="quarter" idx="1"/>
          </p:nvPr>
        </p:nvSpPr>
        <p:spPr>
          <a:xfrm>
            <a:off x="566738" y="1219200"/>
            <a:ext cx="8001000" cy="569913"/>
          </a:xfrm>
        </p:spPr>
        <p:txBody>
          <a:bodyPr/>
          <a:lstStyle/>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use myDB;</a:t>
            </a:r>
          </a:p>
          <a:p>
            <a:pPr marL="0" indent="0" defTabSz="365125" eaLnBrk="1" hangingPunct="1">
              <a:spcBef>
                <a:spcPts val="100"/>
              </a:spcBef>
              <a:buSzTx/>
              <a:buFont typeface="Helvetica" panose="020B0604020202020204" pitchFamily="34" charset="0"/>
              <a:buNone/>
            </a:pPr>
            <a:endParaRPr lang="en-US" altLang="en-US" sz="1200">
              <a:latin typeface="Verdana" panose="020B0604030504040204" pitchFamily="34" charset="0"/>
              <a:ea typeface="Verdana" panose="020B0604030504040204" pitchFamily="34" charset="0"/>
              <a:cs typeface="Verdana" panose="020B0604030504040204" pitchFamily="34" charset="0"/>
            </a:endParaRPr>
          </a:p>
          <a:p>
            <a:pPr marL="0" indent="0" defTabSz="365125" eaLnBrk="1" hangingPunct="1">
              <a:spcBef>
                <a:spcPts val="100"/>
              </a:spcBef>
              <a:buSzTx/>
              <a:buFont typeface="Helvetica" panose="020B0604020202020204" pitchFamily="34" charset="0"/>
              <a:buNone/>
            </a:pPr>
            <a:endParaRPr lang="en-US" altLang="en-US" sz="1200">
              <a:latin typeface="Verdana" panose="020B0604030504040204" pitchFamily="34" charset="0"/>
              <a:ea typeface="Verdana" panose="020B0604030504040204" pitchFamily="34" charset="0"/>
              <a:cs typeface="Verdana" panose="020B0604030504040204" pitchFamily="34" charset="0"/>
            </a:endParaRPr>
          </a:p>
          <a:p>
            <a:pPr marL="0" indent="0" defTabSz="365125" eaLnBrk="1" hangingPunct="1">
              <a:spcBef>
                <a:spcPts val="100"/>
              </a:spcBef>
              <a:buSzTx/>
              <a:buFont typeface="Helvetica" panose="020B0604020202020204" pitchFamily="34" charset="0"/>
              <a:buNone/>
            </a:pPr>
            <a:endParaRPr lang="en-US" altLang="en-US" sz="1200">
              <a:latin typeface="Verdana" panose="020B0604030504040204" pitchFamily="34" charset="0"/>
              <a:ea typeface="Verdana" panose="020B0604030504040204" pitchFamily="34" charset="0"/>
              <a:cs typeface="Verdana" panose="020B0604030504040204" pitchFamily="34" charset="0"/>
            </a:endParaRPr>
          </a:p>
          <a:p>
            <a:pPr marL="0" indent="0" defTabSz="365125" eaLnBrk="1" hangingPunct="1">
              <a:spcBef>
                <a:spcPts val="100"/>
              </a:spcBef>
              <a:buSzTx/>
              <a:buFont typeface="Helvetica" panose="020B0604020202020204" pitchFamily="34" charset="0"/>
              <a:buNone/>
            </a:pPr>
            <a:endParaRPr lang="en-US" altLang="en-US" sz="1200">
              <a:latin typeface="Verdana" panose="020B0604030504040204" pitchFamily="34" charset="0"/>
              <a:ea typeface="Verdana" panose="020B0604030504040204" pitchFamily="34" charset="0"/>
              <a:cs typeface="Verdana" panose="020B0604030504040204" pitchFamily="34" charset="0"/>
            </a:endParaRP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Confirm the existence of your database</a:t>
            </a: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db;</a:t>
            </a:r>
          </a:p>
        </p:txBody>
      </p:sp>
      <p:sp>
        <p:nvSpPr>
          <p:cNvPr id="88068" name="Google Shape;675;g1d2b8a7a864_0_0">
            <a:extLst>
              <a:ext uri="{FF2B5EF4-FFF2-40B4-BE49-F238E27FC236}">
                <a16:creationId xmlns:a16="http://schemas.microsoft.com/office/drawing/2014/main" id="{CA147952-4E09-A16E-CA60-312D2B4543A3}"/>
              </a:ext>
            </a:extLst>
          </p:cNvPr>
          <p:cNvSpPr>
            <a:spLocks noGrp="1" noChangeArrowheads="1"/>
          </p:cNvSpPr>
          <p:nvPr>
            <p:ph type="sldNum" sz="quarter" idx="10"/>
          </p:nvPr>
        </p:nvSpPr>
        <p:spPr>
          <a:noFill/>
        </p:spPr>
        <p:txBody>
          <a:bodyPr/>
          <a:lstStyle/>
          <a:p>
            <a:fld id="{C66C36F1-3C3D-4481-8F93-5607BC15217A}" type="slidenum">
              <a:rPr lang="en-US" altLang="en-US"/>
              <a:pPr/>
              <a:t>68</a:t>
            </a:fld>
            <a:endParaRPr lang="en-US" altLang="en-US"/>
          </a:p>
        </p:txBody>
      </p:sp>
      <p:pic>
        <p:nvPicPr>
          <p:cNvPr id="88069" name="Google Shape;676;g1d2b8a7a864_0_0" descr="Google Shape;676;g1d2b8a7a864_0_0">
            <a:extLst>
              <a:ext uri="{FF2B5EF4-FFF2-40B4-BE49-F238E27FC236}">
                <a16:creationId xmlns:a16="http://schemas.microsoft.com/office/drawing/2014/main" id="{7CE071E9-41EF-8CC6-49A3-B757E730F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100" y="2386013"/>
            <a:ext cx="7881938"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88070" name="Google Shape;677;g1d2b8a7a864_0_0" descr="Google Shape;677;g1d2b8a7a864_0_0">
            <a:extLst>
              <a:ext uri="{FF2B5EF4-FFF2-40B4-BE49-F238E27FC236}">
                <a16:creationId xmlns:a16="http://schemas.microsoft.com/office/drawing/2014/main" id="{28B7EE1A-3F88-CB1C-335D-06A835C68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5538" y="4991100"/>
            <a:ext cx="7450137"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Google Shape;683;g1d2b8a7a864_0_8">
            <a:extLst>
              <a:ext uri="{FF2B5EF4-FFF2-40B4-BE49-F238E27FC236}">
                <a16:creationId xmlns:a16="http://schemas.microsoft.com/office/drawing/2014/main" id="{5E0F6392-6634-468A-7975-AB542EDBDFCD}"/>
              </a:ext>
            </a:extLst>
          </p:cNvPr>
          <p:cNvSpPr txBox="1">
            <a:spLocks noGrp="1" noChangeArrowheads="1"/>
          </p:cNvSpPr>
          <p:nvPr>
            <p:ph type="title"/>
          </p:nvPr>
        </p:nvSpPr>
        <p:spPr/>
        <p:txBody>
          <a:bodyPr/>
          <a:lstStyle/>
          <a:p>
            <a:pPr defTabSz="803275" eaLnBrk="1" hangingPunct="1"/>
            <a:r>
              <a:rPr lang="en-US" altLang="en-US" sz="2200">
                <a:latin typeface="Verdana" panose="020B0604030504040204" pitchFamily="34" charset="0"/>
                <a:ea typeface="Verdana" panose="020B0604030504040204" pitchFamily="34" charset="0"/>
                <a:cs typeface="Verdana" panose="020B0604030504040204" pitchFamily="34" charset="0"/>
              </a:rPr>
              <a:t>CRUD (CREATE, READ, UPDATE, DELETE)  OPERATIONS</a:t>
            </a:r>
          </a:p>
        </p:txBody>
      </p:sp>
      <p:sp>
        <p:nvSpPr>
          <p:cNvPr id="89091" name="Google Shape;684;g1d2b8a7a864_0_8">
            <a:extLst>
              <a:ext uri="{FF2B5EF4-FFF2-40B4-BE49-F238E27FC236}">
                <a16:creationId xmlns:a16="http://schemas.microsoft.com/office/drawing/2014/main" id="{DB0E0365-DC49-0045-7F32-58589AEA5EAB}"/>
              </a:ext>
            </a:extLst>
          </p:cNvPr>
          <p:cNvSpPr txBox="1">
            <a:spLocks noGrp="1" noChangeArrowheads="1"/>
          </p:cNvSpPr>
          <p:nvPr>
            <p:ph type="body" sz="quarter" idx="1"/>
          </p:nvPr>
        </p:nvSpPr>
        <p:spPr>
          <a:xfrm>
            <a:off x="566738" y="1219200"/>
            <a:ext cx="8001000" cy="569913"/>
          </a:xfrm>
        </p:spPr>
        <p:txBody>
          <a:bodyPr/>
          <a:lstStyle/>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To create a collection by the name “Student”.</a:t>
            </a:r>
          </a:p>
          <a:p>
            <a:pPr marL="0" indent="0" defTabSz="365125" eaLnBrk="1" hangingPunct="1">
              <a:spcBef>
                <a:spcPts val="100"/>
              </a:spcBef>
              <a:buSzTx/>
              <a:buFont typeface="Helvetica" panose="020B0604020202020204" pitchFamily="34" charset="0"/>
              <a:buNone/>
            </a:pPr>
            <a:endParaRPr lang="en-US" altLang="en-US" sz="1200">
              <a:latin typeface="Verdana" panose="020B0604030504040204" pitchFamily="34" charset="0"/>
              <a:ea typeface="Verdana" panose="020B0604030504040204" pitchFamily="34" charset="0"/>
              <a:cs typeface="Verdana" panose="020B0604030504040204" pitchFamily="34" charset="0"/>
            </a:endParaRP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    db.createCollection(“Student”); </a:t>
            </a:r>
          </a:p>
          <a:p>
            <a:pPr marL="0" indent="0" defTabSz="365125" eaLnBrk="1" hangingPunct="1">
              <a:spcBef>
                <a:spcPts val="100"/>
              </a:spcBef>
              <a:buSzTx/>
              <a:buFont typeface="Helvetica" panose="020B0604020202020204" pitchFamily="34" charset="0"/>
              <a:buNone/>
            </a:pPr>
            <a:endParaRPr lang="en-US" altLang="en-US" sz="1200">
              <a:latin typeface="Verdana" panose="020B0604030504040204" pitchFamily="34" charset="0"/>
              <a:ea typeface="Verdana" panose="020B0604030504040204" pitchFamily="34" charset="0"/>
              <a:cs typeface="Verdana" panose="020B0604030504040204" pitchFamily="34" charset="0"/>
            </a:endParaRPr>
          </a:p>
          <a:p>
            <a:pPr marL="0" indent="0" defTabSz="365125" eaLnBrk="1" hangingPunct="1">
              <a:spcBef>
                <a:spcPts val="100"/>
              </a:spcBef>
              <a:buSzTx/>
              <a:buFont typeface="Helvetica" panose="020B0604020202020204" pitchFamily="34" charset="0"/>
              <a:buNone/>
            </a:pPr>
            <a:endParaRPr lang="en-US" altLang="en-US" sz="1200">
              <a:latin typeface="Verdana" panose="020B0604030504040204" pitchFamily="34" charset="0"/>
              <a:ea typeface="Verdana" panose="020B0604030504040204" pitchFamily="34" charset="0"/>
              <a:cs typeface="Verdana" panose="020B0604030504040204" pitchFamily="34" charset="0"/>
            </a:endParaRPr>
          </a:p>
          <a:p>
            <a:pPr marL="0" indent="0" defTabSz="365125" eaLnBrk="1" hangingPunct="1">
              <a:spcBef>
                <a:spcPts val="100"/>
              </a:spcBef>
              <a:buSzTx/>
              <a:buFont typeface="Helvetica" panose="020B0604020202020204" pitchFamily="34" charset="0"/>
              <a:buNone/>
            </a:pPr>
            <a:endParaRPr lang="en-US" altLang="en-US" sz="1200">
              <a:latin typeface="Verdana" panose="020B0604030504040204" pitchFamily="34" charset="0"/>
              <a:ea typeface="Verdana" panose="020B0604030504040204" pitchFamily="34" charset="0"/>
              <a:cs typeface="Verdana" panose="020B0604030504040204" pitchFamily="34" charset="0"/>
            </a:endParaRP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     =&gt;    sql equivalent   </a:t>
            </a: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CREATE TABLE STUDENT(…);</a:t>
            </a:r>
          </a:p>
        </p:txBody>
      </p:sp>
      <p:sp>
        <p:nvSpPr>
          <p:cNvPr id="89092" name="Google Shape;685;g1d2b8a7a864_0_8">
            <a:extLst>
              <a:ext uri="{FF2B5EF4-FFF2-40B4-BE49-F238E27FC236}">
                <a16:creationId xmlns:a16="http://schemas.microsoft.com/office/drawing/2014/main" id="{6037383D-55ED-87D8-5782-C82F23F9E32C}"/>
              </a:ext>
            </a:extLst>
          </p:cNvPr>
          <p:cNvSpPr>
            <a:spLocks noGrp="1" noChangeArrowheads="1"/>
          </p:cNvSpPr>
          <p:nvPr>
            <p:ph type="sldNum" sz="quarter" idx="10"/>
          </p:nvPr>
        </p:nvSpPr>
        <p:spPr>
          <a:noFill/>
        </p:spPr>
        <p:txBody>
          <a:bodyPr/>
          <a:lstStyle/>
          <a:p>
            <a:fld id="{21507CD8-9D0D-4E96-9B07-90680873B5D1}" type="slidenum">
              <a:rPr lang="en-US" altLang="en-US"/>
              <a:pPr/>
              <a:t>69</a:t>
            </a:fld>
            <a:endParaRPr lang="en-US" altLang="en-US"/>
          </a:p>
        </p:txBody>
      </p:sp>
      <p:pic>
        <p:nvPicPr>
          <p:cNvPr id="89093" name="Google Shape;686;g1d2b8a7a864_0_8" descr="Google Shape;686;g1d2b8a7a864_0_8">
            <a:extLst>
              <a:ext uri="{FF2B5EF4-FFF2-40B4-BE49-F238E27FC236}">
                <a16:creationId xmlns:a16="http://schemas.microsoft.com/office/drawing/2014/main" id="{995A094E-4FB3-6A4D-CF51-92082BA89C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 y="3689350"/>
            <a:ext cx="87439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Google Shape;692;g1d2b8a7a864_0_48">
            <a:extLst>
              <a:ext uri="{FF2B5EF4-FFF2-40B4-BE49-F238E27FC236}">
                <a16:creationId xmlns:a16="http://schemas.microsoft.com/office/drawing/2014/main" id="{BD23F038-7F62-6120-D38D-D6AC941C8F9A}"/>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CREATE DATABASE IN MONGODB</a:t>
            </a:r>
          </a:p>
        </p:txBody>
      </p:sp>
      <p:sp>
        <p:nvSpPr>
          <p:cNvPr id="90115" name="Google Shape;693;g1d2b8a7a864_0_48">
            <a:extLst>
              <a:ext uri="{FF2B5EF4-FFF2-40B4-BE49-F238E27FC236}">
                <a16:creationId xmlns:a16="http://schemas.microsoft.com/office/drawing/2014/main" id="{0C012F9E-3502-057B-30D4-BDC1F1A47977}"/>
              </a:ext>
            </a:extLst>
          </p:cNvPr>
          <p:cNvSpPr txBox="1">
            <a:spLocks noGrp="1" noChangeArrowheads="1"/>
          </p:cNvSpPr>
          <p:nvPr>
            <p:ph type="body" sz="quarter" idx="1"/>
          </p:nvPr>
        </p:nvSpPr>
        <p:spPr>
          <a:xfrm>
            <a:off x="566738" y="1219200"/>
            <a:ext cx="8001000" cy="569913"/>
          </a:xfrm>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use myDB;</a:t>
            </a:r>
          </a:p>
        </p:txBody>
      </p:sp>
      <p:sp>
        <p:nvSpPr>
          <p:cNvPr id="90116" name="Google Shape;694;g1d2b8a7a864_0_48">
            <a:extLst>
              <a:ext uri="{FF2B5EF4-FFF2-40B4-BE49-F238E27FC236}">
                <a16:creationId xmlns:a16="http://schemas.microsoft.com/office/drawing/2014/main" id="{1ED49018-CF01-8AC1-2E54-300C69F11763}"/>
              </a:ext>
            </a:extLst>
          </p:cNvPr>
          <p:cNvSpPr>
            <a:spLocks noGrp="1" noChangeArrowheads="1"/>
          </p:cNvSpPr>
          <p:nvPr>
            <p:ph type="sldNum" sz="quarter" idx="10"/>
          </p:nvPr>
        </p:nvSpPr>
        <p:spPr>
          <a:noFill/>
        </p:spPr>
        <p:txBody>
          <a:bodyPr/>
          <a:lstStyle/>
          <a:p>
            <a:fld id="{FBCAE03F-1E4E-4603-9701-B6EF98D3A9CE}" type="slidenum">
              <a:rPr lang="en-US" altLang="en-US"/>
              <a:pPr/>
              <a:t>70</a:t>
            </a:fld>
            <a:endParaRPr lang="en-US" altLang="en-US"/>
          </a:p>
        </p:txBody>
      </p:sp>
      <p:pic>
        <p:nvPicPr>
          <p:cNvPr id="90117" name="Google Shape;695;g1d2b8a7a864_0_48" descr="Google Shape;695;g1d2b8a7a864_0_48">
            <a:extLst>
              <a:ext uri="{FF2B5EF4-FFF2-40B4-BE49-F238E27FC236}">
                <a16:creationId xmlns:a16="http://schemas.microsoft.com/office/drawing/2014/main" id="{D1CB57D4-9934-FD1D-4E48-0F21AE7A4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100" y="2543175"/>
            <a:ext cx="7881938" cy="95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Google Shape;701;g1d2b8a7a864_0_40">
            <a:extLst>
              <a:ext uri="{FF2B5EF4-FFF2-40B4-BE49-F238E27FC236}">
                <a16:creationId xmlns:a16="http://schemas.microsoft.com/office/drawing/2014/main" id="{2D0ECB2E-EDCE-BB5F-BD0D-5C0FD4867899}"/>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Drop Collection</a:t>
            </a:r>
          </a:p>
        </p:txBody>
      </p:sp>
      <p:sp>
        <p:nvSpPr>
          <p:cNvPr id="91139" name="Google Shape;702;g1d2b8a7a864_0_40">
            <a:extLst>
              <a:ext uri="{FF2B5EF4-FFF2-40B4-BE49-F238E27FC236}">
                <a16:creationId xmlns:a16="http://schemas.microsoft.com/office/drawing/2014/main" id="{3DAC352D-E2B1-6E49-6A4F-DEA1EF54141F}"/>
              </a:ext>
            </a:extLst>
          </p:cNvPr>
          <p:cNvSpPr txBox="1">
            <a:spLocks noGrp="1" noChangeArrowheads="1"/>
          </p:cNvSpPr>
          <p:nvPr>
            <p:ph type="body" sz="quarter" idx="1"/>
          </p:nvPr>
        </p:nvSpPr>
        <p:spPr>
          <a:xfrm>
            <a:off x="566738" y="1219200"/>
            <a:ext cx="8001000" cy="569913"/>
          </a:xfrm>
        </p:spPr>
        <p:txBody>
          <a:bodyPr/>
          <a:lstStyle/>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To drop a collection by the name “Student”.</a:t>
            </a:r>
          </a:p>
          <a:p>
            <a:pPr marL="0" indent="0" defTabSz="365125" eaLnBrk="1" hangingPunct="1">
              <a:spcBef>
                <a:spcPts val="100"/>
              </a:spcBef>
              <a:buSzTx/>
              <a:buFont typeface="Helvetica" panose="020B0604020202020204" pitchFamily="34" charset="0"/>
              <a:buNone/>
            </a:pPr>
            <a:endParaRPr lang="en-US" altLang="en-US" sz="1200">
              <a:latin typeface="Verdana" panose="020B0604030504040204" pitchFamily="34" charset="0"/>
              <a:ea typeface="Verdana" panose="020B0604030504040204" pitchFamily="34" charset="0"/>
              <a:cs typeface="Verdana" panose="020B0604030504040204" pitchFamily="34" charset="0"/>
            </a:endParaRP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     db.Student.drop();</a:t>
            </a:r>
          </a:p>
        </p:txBody>
      </p:sp>
      <p:sp>
        <p:nvSpPr>
          <p:cNvPr id="91140" name="Google Shape;703;g1d2b8a7a864_0_40">
            <a:extLst>
              <a:ext uri="{FF2B5EF4-FFF2-40B4-BE49-F238E27FC236}">
                <a16:creationId xmlns:a16="http://schemas.microsoft.com/office/drawing/2014/main" id="{0AF204F3-AD12-8F0C-D413-8A40EECD62B2}"/>
              </a:ext>
            </a:extLst>
          </p:cNvPr>
          <p:cNvSpPr>
            <a:spLocks noGrp="1" noChangeArrowheads="1"/>
          </p:cNvSpPr>
          <p:nvPr>
            <p:ph type="sldNum" sz="quarter" idx="10"/>
          </p:nvPr>
        </p:nvSpPr>
        <p:spPr>
          <a:noFill/>
        </p:spPr>
        <p:txBody>
          <a:bodyPr/>
          <a:lstStyle/>
          <a:p>
            <a:fld id="{38ABB4A1-E696-4E5C-986C-33DB7B01B20C}" type="slidenum">
              <a:rPr lang="en-US" altLang="en-US"/>
              <a:pPr/>
              <a:t>71</a:t>
            </a:fld>
            <a:endParaRPr lang="en-US" altLang="en-US"/>
          </a:p>
        </p:txBody>
      </p:sp>
      <p:pic>
        <p:nvPicPr>
          <p:cNvPr id="91141" name="Google Shape;704;g1d2b8a7a864_0_40" descr="Google Shape;704;g1d2b8a7a864_0_40">
            <a:extLst>
              <a:ext uri="{FF2B5EF4-FFF2-40B4-BE49-F238E27FC236}">
                <a16:creationId xmlns:a16="http://schemas.microsoft.com/office/drawing/2014/main" id="{991338FB-BCD8-DBFC-DBA1-8284E462C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50" y="4083050"/>
            <a:ext cx="8001000"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Google Shape;710;g1d2b8a7a864_0_32">
            <a:extLst>
              <a:ext uri="{FF2B5EF4-FFF2-40B4-BE49-F238E27FC236}">
                <a16:creationId xmlns:a16="http://schemas.microsoft.com/office/drawing/2014/main" id="{4C0D8B7E-A386-254C-AC80-2A20C7C9DEE5}"/>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Insert Data</a:t>
            </a:r>
          </a:p>
        </p:txBody>
      </p:sp>
      <p:sp>
        <p:nvSpPr>
          <p:cNvPr id="92163" name="Google Shape;711;g1d2b8a7a864_0_32">
            <a:extLst>
              <a:ext uri="{FF2B5EF4-FFF2-40B4-BE49-F238E27FC236}">
                <a16:creationId xmlns:a16="http://schemas.microsoft.com/office/drawing/2014/main" id="{FA8B78C2-0E1F-3AD1-FABA-577688D168F2}"/>
              </a:ext>
            </a:extLst>
          </p:cNvPr>
          <p:cNvSpPr txBox="1">
            <a:spLocks noGrp="1" noChangeArrowheads="1"/>
          </p:cNvSpPr>
          <p:nvPr>
            <p:ph type="body" sz="quarter" idx="1"/>
          </p:nvPr>
        </p:nvSpPr>
        <p:spPr>
          <a:xfrm>
            <a:off x="571500" y="1176338"/>
            <a:ext cx="8001000" cy="569912"/>
          </a:xfrm>
        </p:spPr>
        <p:txBody>
          <a:bodyPr/>
          <a:lstStyle/>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db.Student.insert(</a:t>
            </a: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{_id:1,</a:t>
            </a: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StudName:"MichelleJacintha",</a:t>
            </a: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Grade:"VII",</a:t>
            </a:r>
          </a:p>
          <a:p>
            <a:pPr marL="0" indent="0" defTabSz="365125" eaLnBrk="1" hangingPunct="1">
              <a:spcBef>
                <a:spcPts val="100"/>
              </a:spcBef>
              <a:buSzTx/>
              <a:buFont typeface="Helvetica" panose="020B0604020202020204" pitchFamily="34" charset="0"/>
              <a:buNone/>
            </a:pPr>
            <a:r>
              <a:rPr lang="en-US" altLang="en-US" sz="1200">
                <a:latin typeface="Verdana" panose="020B0604030504040204" pitchFamily="34" charset="0"/>
                <a:ea typeface="Verdana" panose="020B0604030504040204" pitchFamily="34" charset="0"/>
                <a:cs typeface="Verdana" panose="020B0604030504040204" pitchFamily="34" charset="0"/>
              </a:rPr>
              <a:t>Hobbies:"InternetSurfing"});</a:t>
            </a:r>
          </a:p>
        </p:txBody>
      </p:sp>
      <p:sp>
        <p:nvSpPr>
          <p:cNvPr id="92164" name="Google Shape;712;g1d2b8a7a864_0_32">
            <a:extLst>
              <a:ext uri="{FF2B5EF4-FFF2-40B4-BE49-F238E27FC236}">
                <a16:creationId xmlns:a16="http://schemas.microsoft.com/office/drawing/2014/main" id="{4263B284-4E34-AC0A-0AEB-EA421D6B9A59}"/>
              </a:ext>
            </a:extLst>
          </p:cNvPr>
          <p:cNvSpPr>
            <a:spLocks noGrp="1" noChangeArrowheads="1"/>
          </p:cNvSpPr>
          <p:nvPr>
            <p:ph type="sldNum" sz="quarter" idx="10"/>
          </p:nvPr>
        </p:nvSpPr>
        <p:spPr>
          <a:noFill/>
        </p:spPr>
        <p:txBody>
          <a:bodyPr/>
          <a:lstStyle/>
          <a:p>
            <a:fld id="{2DB78412-E27D-426A-B751-0E935F5C336B}" type="slidenum">
              <a:rPr lang="en-US" altLang="en-US"/>
              <a:pPr/>
              <a:t>72</a:t>
            </a:fld>
            <a:endParaRPr lang="en-US" altLang="en-US"/>
          </a:p>
        </p:txBody>
      </p:sp>
      <p:pic>
        <p:nvPicPr>
          <p:cNvPr id="92165" name="Google Shape;713;g1d2b8a7a864_0_32" descr="Google Shape;713;g1d2b8a7a864_0_32">
            <a:extLst>
              <a:ext uri="{FF2B5EF4-FFF2-40B4-BE49-F238E27FC236}">
                <a16:creationId xmlns:a16="http://schemas.microsoft.com/office/drawing/2014/main" id="{357AC1B2-30B9-A412-446D-852F002D7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705350"/>
            <a:ext cx="88392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Google Shape;719;g1d2b8a7a864_0_177">
            <a:extLst>
              <a:ext uri="{FF2B5EF4-FFF2-40B4-BE49-F238E27FC236}">
                <a16:creationId xmlns:a16="http://schemas.microsoft.com/office/drawing/2014/main" id="{41C127CD-9E96-3010-ADF4-30ACAE442403}"/>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Bulk Insert</a:t>
            </a:r>
          </a:p>
        </p:txBody>
      </p:sp>
      <p:sp>
        <p:nvSpPr>
          <p:cNvPr id="93187" name="Google Shape;720;g1d2b8a7a864_0_177">
            <a:extLst>
              <a:ext uri="{FF2B5EF4-FFF2-40B4-BE49-F238E27FC236}">
                <a16:creationId xmlns:a16="http://schemas.microsoft.com/office/drawing/2014/main" id="{5BE0D284-0AF3-A211-4B07-E52787784D1E}"/>
              </a:ext>
            </a:extLst>
          </p:cNvPr>
          <p:cNvSpPr txBox="1">
            <a:spLocks noGrp="1" noChangeArrowheads="1"/>
          </p:cNvSpPr>
          <p:nvPr>
            <p:ph type="body" idx="1"/>
          </p:nvPr>
        </p:nvSpPr>
        <p:spPr>
          <a:xfrm>
            <a:off x="377825" y="1143000"/>
            <a:ext cx="8394700" cy="5029200"/>
          </a:xfrm>
        </p:spPr>
        <p:txBody>
          <a:bodyPr/>
          <a:lstStyle/>
          <a:p>
            <a:pPr marL="0" indent="0" eaLnBrk="1" hangingPunct="1">
              <a:buSzTx/>
              <a:buFont typeface="Helvetica" panose="020B0604020202020204" pitchFamily="34" charset="0"/>
              <a:buNone/>
            </a:pPr>
            <a:r>
              <a:rPr lang="en-US" altLang="en-US" sz="2000">
                <a:latin typeface="Verdana" panose="020B0604030504040204" pitchFamily="34" charset="0"/>
                <a:ea typeface="Verdana" panose="020B0604030504040204" pitchFamily="34" charset="0"/>
                <a:cs typeface="Verdana" panose="020B0604030504040204" pitchFamily="34" charset="0"/>
              </a:rPr>
              <a:t>var mystudent =</a:t>
            </a:r>
          </a:p>
          <a:p>
            <a:pPr marL="0" indent="0" eaLnBrk="1" hangingPunct="1">
              <a:buSzTx/>
              <a:buFont typeface="Helvetica" panose="020B0604020202020204" pitchFamily="34" charset="0"/>
              <a:buNone/>
            </a:pPr>
            <a:r>
              <a:rPr lang="en-US" altLang="en-US" sz="2000">
                <a:latin typeface="Verdana" panose="020B0604030504040204" pitchFamily="34" charset="0"/>
                <a:ea typeface="Verdana" panose="020B0604030504040204" pitchFamily="34" charset="0"/>
                <a:cs typeface="Verdana" panose="020B0604030504040204" pitchFamily="34" charset="0"/>
              </a:rPr>
              <a:t> [ {_id:4, StudName:"saurav", Grade:"V", Hobbies:"Dance"}, {_id:5, StudName:"kumar", Grade:"VI", Hobbies:"Singing"}]</a:t>
            </a:r>
          </a:p>
          <a:p>
            <a:pPr marL="0" indent="0" eaLnBrk="1" hangingPunct="1">
              <a:buSzTx/>
              <a:buFont typeface="Helvetica" panose="020B0604020202020204" pitchFamily="34" charset="0"/>
              <a:buNone/>
            </a:pPr>
            <a:endParaRPr lang="en-US" altLang="en-US" sz="2000">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r>
              <a:rPr lang="en-US" altLang="en-US" sz="2000">
                <a:latin typeface="Verdana" panose="020B0604030504040204" pitchFamily="34" charset="0"/>
                <a:ea typeface="Verdana" panose="020B0604030504040204" pitchFamily="34" charset="0"/>
                <a:cs typeface="Verdana" panose="020B0604030504040204" pitchFamily="34" charset="0"/>
              </a:rPr>
              <a:t> db.Student.insert(mystudent)</a:t>
            </a:r>
          </a:p>
        </p:txBody>
      </p:sp>
      <p:sp>
        <p:nvSpPr>
          <p:cNvPr id="93188" name="Google Shape;721;g1d2b8a7a864_0_177">
            <a:extLst>
              <a:ext uri="{FF2B5EF4-FFF2-40B4-BE49-F238E27FC236}">
                <a16:creationId xmlns:a16="http://schemas.microsoft.com/office/drawing/2014/main" id="{A73CC1BC-EF50-B29C-34F3-6EE425D15259}"/>
              </a:ext>
            </a:extLst>
          </p:cNvPr>
          <p:cNvSpPr>
            <a:spLocks noGrp="1" noChangeArrowheads="1"/>
          </p:cNvSpPr>
          <p:nvPr>
            <p:ph type="sldNum" sz="quarter" idx="10"/>
          </p:nvPr>
        </p:nvSpPr>
        <p:spPr>
          <a:noFill/>
        </p:spPr>
        <p:txBody>
          <a:bodyPr/>
          <a:lstStyle/>
          <a:p>
            <a:fld id="{F0765715-554D-4AA8-8A4A-54934F7873F9}" type="slidenum">
              <a:rPr lang="en-US" altLang="en-US"/>
              <a:pPr/>
              <a:t>73</a:t>
            </a:fld>
            <a:endParaRPr lang="en-US" altLang="en-US"/>
          </a:p>
        </p:txBody>
      </p:sp>
      <p:pic>
        <p:nvPicPr>
          <p:cNvPr id="93189" name="Google Shape;722;g1d2b8a7a864_0_177" descr="Google Shape;722;g1d2b8a7a864_0_177">
            <a:extLst>
              <a:ext uri="{FF2B5EF4-FFF2-40B4-BE49-F238E27FC236}">
                <a16:creationId xmlns:a16="http://schemas.microsoft.com/office/drawing/2014/main" id="{04557C0A-6C09-1B35-82E7-F419E1017C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8" y="3078163"/>
            <a:ext cx="91440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93190" name="Google Shape;723;g1d2b8a7a864_0_177" descr="Google Shape;723;g1d2b8a7a864_0_177">
            <a:extLst>
              <a:ext uri="{FF2B5EF4-FFF2-40B4-BE49-F238E27FC236}">
                <a16:creationId xmlns:a16="http://schemas.microsoft.com/office/drawing/2014/main" id="{B5A67844-0662-4184-EACA-BBDF378B23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9338" y="4318000"/>
            <a:ext cx="4692650" cy="240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Google Shape;728;g1cd17418977_0_490">
            <a:extLst>
              <a:ext uri="{FF2B5EF4-FFF2-40B4-BE49-F238E27FC236}">
                <a16:creationId xmlns:a16="http://schemas.microsoft.com/office/drawing/2014/main" id="{E9B25A2F-C256-5B53-61F6-522FDAAD1797}"/>
              </a:ext>
            </a:extLst>
          </p:cNvPr>
          <p:cNvSpPr txBox="1">
            <a:spLocks noGrp="1" noChangeArrowheads="1"/>
          </p:cNvSpPr>
          <p:nvPr>
            <p:ph type="title"/>
          </p:nvPr>
        </p:nvSpPr>
        <p:spPr>
          <a:xfrm>
            <a:off x="430213" y="152400"/>
            <a:ext cx="6002337" cy="369888"/>
          </a:xfrm>
        </p:spPr>
        <p:txBody>
          <a:bodyPr lIns="0" tIns="0" rIns="0" bIns="0" anchor="t"/>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Update Method</a:t>
            </a:r>
          </a:p>
        </p:txBody>
      </p:sp>
      <p:sp>
        <p:nvSpPr>
          <p:cNvPr id="94211" name="Google Shape;729;g1cd17418977_0_490">
            <a:extLst>
              <a:ext uri="{FF2B5EF4-FFF2-40B4-BE49-F238E27FC236}">
                <a16:creationId xmlns:a16="http://schemas.microsoft.com/office/drawing/2014/main" id="{CEFA834D-499D-3EBA-F0E2-D74E5B8B78F4}"/>
              </a:ext>
            </a:extLst>
          </p:cNvPr>
          <p:cNvSpPr txBox="1">
            <a:spLocks noChangeArrowheads="1"/>
          </p:cNvSpPr>
          <p:nvPr/>
        </p:nvSpPr>
        <p:spPr bwMode="auto">
          <a:xfrm>
            <a:off x="687388" y="1287463"/>
            <a:ext cx="816133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a:r>
              <a:rPr lang="en-US" altLang="en-US" sz="1800">
                <a:latin typeface="Trebuchet MS" panose="020B0603020202020204" pitchFamily="34" charset="0"/>
                <a:sym typeface="Trebuchet MS" panose="020B0603020202020204" pitchFamily="34" charset="0"/>
              </a:rPr>
              <a:t>I</a:t>
            </a:r>
            <a:r>
              <a:rPr lang="en-US" altLang="en-US" sz="2600">
                <a:latin typeface="Trebuchet MS" panose="020B0603020202020204" pitchFamily="34" charset="0"/>
                <a:sym typeface="Trebuchet MS" panose="020B0603020202020204" pitchFamily="34" charset="0"/>
              </a:rPr>
              <a:t>db.student.update({Studname:’Aryan  Dravid’},{$set:{“Studname”:”Saurav”}})</a:t>
            </a:r>
          </a:p>
        </p:txBody>
      </p:sp>
      <p:pic>
        <p:nvPicPr>
          <p:cNvPr id="94212" name="Google Shape;730;g1cd17418977_0_490" descr="Google Shape;730;g1cd17418977_0_490">
            <a:extLst>
              <a:ext uri="{FF2B5EF4-FFF2-40B4-BE49-F238E27FC236}">
                <a16:creationId xmlns:a16="http://schemas.microsoft.com/office/drawing/2014/main" id="{037F462F-DE3D-AFD5-3590-00E1970D36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4600575"/>
            <a:ext cx="8863012" cy="131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6A9F8061-DC10-9869-F832-5F4E12BD92C3}"/>
              </a:ext>
            </a:extLst>
          </p:cNvPr>
          <p:cNvSpPr>
            <a:spLocks noGrp="1"/>
          </p:cNvSpPr>
          <p:nvPr>
            <p:ph type="sldNum" sz="quarter" idx="10"/>
          </p:nvPr>
        </p:nvSpPr>
        <p:spPr/>
        <p:txBody>
          <a:bodyPr/>
          <a:lstStyle/>
          <a:p>
            <a:fld id="{E41E8F01-B894-4207-BB9D-200711BC0260}" type="slidenum">
              <a:rPr lang="en-US" altLang="en-US" smtClean="0"/>
              <a:pPr/>
              <a:t>74</a:t>
            </a:fld>
            <a:endParaRPr lang="en-US" altLang="en-US"/>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Google Shape;735;g1d2b8a7a864_0_188">
            <a:extLst>
              <a:ext uri="{FF2B5EF4-FFF2-40B4-BE49-F238E27FC236}">
                <a16:creationId xmlns:a16="http://schemas.microsoft.com/office/drawing/2014/main" id="{729BBBF4-0C90-5F55-2DA2-6152A6EA69D6}"/>
              </a:ext>
            </a:extLst>
          </p:cNvPr>
          <p:cNvSpPr txBox="1">
            <a:spLocks noGrp="1" noChangeArrowheads="1"/>
          </p:cNvSpPr>
          <p:nvPr>
            <p:ph type="title"/>
          </p:nvPr>
        </p:nvSpPr>
        <p:spPr>
          <a:xfrm>
            <a:off x="430213" y="152400"/>
            <a:ext cx="6002337" cy="369888"/>
          </a:xfrm>
        </p:spPr>
        <p:txBody>
          <a:bodyPr lIns="0" tIns="0" rIns="0" bIns="0" anchor="t"/>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Update or Insert</a:t>
            </a:r>
          </a:p>
        </p:txBody>
      </p:sp>
      <p:sp>
        <p:nvSpPr>
          <p:cNvPr id="622" name="Google Shape;736;g1d2b8a7a864_0_188">
            <a:extLst>
              <a:ext uri="{FF2B5EF4-FFF2-40B4-BE49-F238E27FC236}">
                <a16:creationId xmlns:a16="http://schemas.microsoft.com/office/drawing/2014/main" id="{A865587A-38E7-CF98-8E6C-36A47DBA14DB}"/>
              </a:ext>
            </a:extLst>
          </p:cNvPr>
          <p:cNvSpPr txBox="1"/>
          <p:nvPr/>
        </p:nvSpPr>
        <p:spPr>
          <a:xfrm>
            <a:off x="687388" y="1287463"/>
            <a:ext cx="8161337" cy="2701925"/>
          </a:xfrm>
          <a:prstGeom prst="rect">
            <a:avLst/>
          </a:prstGeom>
          <a:ln w="12700">
            <a:miter lim="400000"/>
          </a:ln>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a:r>
              <a:rPr lang="en-US" altLang="en-US" sz="1800">
                <a:latin typeface="Trebuchet MS" panose="020B0603020202020204" pitchFamily="34" charset="0"/>
                <a:sym typeface="Trebuchet MS" panose="020B0603020202020204" pitchFamily="34" charset="0"/>
              </a:rPr>
              <a:t>Insert the document for “Aryan David” into the Students collection only if it does not already exist in the collection. However, if it is already present in the  collection,  then  update  the  document  with  new  values.  (Update  his Hobbies from “Skating” to “Chess”.) Use “Update else insert” (if there is an existing  document,  it  will  attempt  to  update  it,  if  there  is  no  existing document then it will insert it).</a:t>
            </a:r>
          </a:p>
          <a:p>
            <a:pPr eaLnBrk="1"/>
            <a:endParaRPr lang="en-US" altLang="en-US" sz="1800">
              <a:latin typeface="Times New Roman" panose="02020603050405020304" pitchFamily="18" charset="0"/>
              <a:cs typeface="Times New Roman" panose="02020603050405020304" pitchFamily="18" charset="0"/>
              <a:sym typeface="Times New Roman" panose="02020603050405020304" pitchFamily="18" charset="0"/>
            </a:endParaRPr>
          </a:p>
          <a:p>
            <a:pPr eaLnBrk="1"/>
            <a:endParaRPr lang="en-US" altLang="en-US" sz="2000">
              <a:latin typeface="Times New Roman" panose="02020603050405020304" pitchFamily="18" charset="0"/>
              <a:cs typeface="Times New Roman" panose="02020603050405020304" pitchFamily="18" charset="0"/>
              <a:sym typeface="Times New Roman" panose="02020603050405020304" pitchFamily="18" charset="0"/>
            </a:endParaRPr>
          </a:p>
          <a:p>
            <a:pPr eaLnBrk="1">
              <a:lnSpc>
                <a:spcPct val="107000"/>
              </a:lnSpc>
            </a:pPr>
            <a:r>
              <a:rPr lang="en-US" altLang="en-US" sz="1800" b="1">
                <a:solidFill>
                  <a:srgbClr val="1F4E79"/>
                </a:solidFill>
                <a:latin typeface="Times New Roman" panose="02020603050405020304" pitchFamily="18" charset="0"/>
                <a:cs typeface="Times New Roman" panose="02020603050405020304" pitchFamily="18" charset="0"/>
                <a:sym typeface="Times New Roman" panose="02020603050405020304" pitchFamily="18" charset="0"/>
              </a:rPr>
              <a:t>db.Student.update({_id:3,  StudName:"Aryan  David",  Grade:  "VII"},{$set:{Hobbies: "Skating"}},{upsert:true});</a:t>
            </a:r>
          </a:p>
        </p:txBody>
      </p:sp>
      <p:pic>
        <p:nvPicPr>
          <p:cNvPr id="95236" name="Google Shape;737;g1d2b8a7a864_0_188" descr="Google Shape;737;g1d2b8a7a864_0_188">
            <a:extLst>
              <a:ext uri="{FF2B5EF4-FFF2-40B4-BE49-F238E27FC236}">
                <a16:creationId xmlns:a16="http://schemas.microsoft.com/office/drawing/2014/main" id="{8BE1D503-00E6-7821-5E81-7AAAC291B3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738" y="4600575"/>
            <a:ext cx="8863012" cy="131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168F91BD-BB29-8157-DDCC-D3F1AA1AB09A}"/>
              </a:ext>
            </a:extLst>
          </p:cNvPr>
          <p:cNvSpPr>
            <a:spLocks noGrp="1"/>
          </p:cNvSpPr>
          <p:nvPr>
            <p:ph type="sldNum" sz="quarter" idx="10"/>
          </p:nvPr>
        </p:nvSpPr>
        <p:spPr/>
        <p:txBody>
          <a:bodyPr/>
          <a:lstStyle/>
          <a:p>
            <a:fld id="{E41E8F01-B894-4207-BB9D-200711BC0260}" type="slidenum">
              <a:rPr lang="en-US" altLang="en-US" smtClean="0"/>
              <a:pPr/>
              <a:t>75</a:t>
            </a:fld>
            <a:endParaRPr lang="en-US" altLang="en-US"/>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Google Shape;743;g1d2b8a7a864_0_68">
            <a:extLst>
              <a:ext uri="{FF2B5EF4-FFF2-40B4-BE49-F238E27FC236}">
                <a16:creationId xmlns:a16="http://schemas.microsoft.com/office/drawing/2014/main" id="{1ADD1181-BE7C-32F8-97F9-3CFCB0B9AD15}"/>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View Data</a:t>
            </a:r>
          </a:p>
        </p:txBody>
      </p:sp>
      <p:sp>
        <p:nvSpPr>
          <p:cNvPr id="96259" name="Google Shape;744;g1d2b8a7a864_0_68">
            <a:extLst>
              <a:ext uri="{FF2B5EF4-FFF2-40B4-BE49-F238E27FC236}">
                <a16:creationId xmlns:a16="http://schemas.microsoft.com/office/drawing/2014/main" id="{CC0E9B07-0F5A-BA91-B5BE-BD751C59878A}"/>
              </a:ext>
            </a:extLst>
          </p:cNvPr>
          <p:cNvSpPr txBox="1">
            <a:spLocks noGrp="1" noChangeArrowheads="1"/>
          </p:cNvSpPr>
          <p:nvPr>
            <p:ph type="body" idx="1"/>
          </p:nvPr>
        </p:nvSpPr>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View the entire table </a:t>
            </a:r>
          </a:p>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db.Student.find()</a:t>
            </a:r>
          </a:p>
          <a:p>
            <a:pPr marL="0" indent="0" eaLnBrk="1" hangingPunct="1">
              <a:buSzTx/>
              <a:buFont typeface="Helvetica" panose="020B0604020202020204" pitchFamily="34" charset="0"/>
              <a:buNone/>
            </a:pPr>
            <a:endParaRPr lang="en-US" altLang="en-US">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endParaRPr lang="en-US" altLang="en-US">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endParaRPr lang="en-US" altLang="en-US">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endParaRPr lang="en-US" altLang="en-US">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endParaRPr lang="en-US" altLang="en-US">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Same as </a:t>
            </a:r>
          </a:p>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Select * from table;</a:t>
            </a:r>
          </a:p>
        </p:txBody>
      </p:sp>
      <p:sp>
        <p:nvSpPr>
          <p:cNvPr id="96260" name="Google Shape;745;g1d2b8a7a864_0_68">
            <a:extLst>
              <a:ext uri="{FF2B5EF4-FFF2-40B4-BE49-F238E27FC236}">
                <a16:creationId xmlns:a16="http://schemas.microsoft.com/office/drawing/2014/main" id="{F4E9C4EE-8F1C-9647-1E6B-0CDB6E5209B0}"/>
              </a:ext>
            </a:extLst>
          </p:cNvPr>
          <p:cNvSpPr>
            <a:spLocks noGrp="1" noChangeArrowheads="1"/>
          </p:cNvSpPr>
          <p:nvPr>
            <p:ph type="sldNum" sz="quarter" idx="10"/>
          </p:nvPr>
        </p:nvSpPr>
        <p:spPr>
          <a:noFill/>
        </p:spPr>
        <p:txBody>
          <a:bodyPr/>
          <a:lstStyle/>
          <a:p>
            <a:fld id="{377A7738-996B-41FC-8CAA-90B102F1B35A}" type="slidenum">
              <a:rPr lang="en-US" altLang="en-US"/>
              <a:pPr/>
              <a:t>76</a:t>
            </a:fld>
            <a:endParaRPr lang="en-US" altLang="en-US"/>
          </a:p>
        </p:txBody>
      </p:sp>
      <p:pic>
        <p:nvPicPr>
          <p:cNvPr id="96261" name="Google Shape;746;g1d2b8a7a864_0_68" descr="Google Shape;746;g1d2b8a7a864_0_68">
            <a:extLst>
              <a:ext uri="{FF2B5EF4-FFF2-40B4-BE49-F238E27FC236}">
                <a16:creationId xmlns:a16="http://schemas.microsoft.com/office/drawing/2014/main" id="{148FE37F-100B-CD54-DEC0-F61CEA82D5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13" y="2266950"/>
            <a:ext cx="484822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Google Shape;751;g1cd17418977_0_496">
            <a:extLst>
              <a:ext uri="{FF2B5EF4-FFF2-40B4-BE49-F238E27FC236}">
                <a16:creationId xmlns:a16="http://schemas.microsoft.com/office/drawing/2014/main" id="{E01350CF-3680-06AD-97AC-00643E6E0DED}"/>
              </a:ext>
            </a:extLst>
          </p:cNvPr>
          <p:cNvSpPr txBox="1">
            <a:spLocks noGrp="1" noChangeArrowheads="1"/>
          </p:cNvSpPr>
          <p:nvPr>
            <p:ph type="title"/>
          </p:nvPr>
        </p:nvSpPr>
        <p:spPr>
          <a:xfrm>
            <a:off x="460375" y="366713"/>
            <a:ext cx="8388350" cy="415925"/>
          </a:xfrm>
        </p:spPr>
        <p:txBody>
          <a:bodyPr lIns="0" tIns="0" rIns="0" bIns="0" anchor="t"/>
          <a:lstStyle/>
          <a:p>
            <a:pPr indent="504825" eaLnBrk="1" hangingPunct="1"/>
            <a:r>
              <a:rPr lang="en-US" altLang="en-US" sz="2700">
                <a:latin typeface="Verdana" panose="020B0604030504040204" pitchFamily="34" charset="0"/>
                <a:ea typeface="Verdana" panose="020B0604030504040204" pitchFamily="34" charset="0"/>
                <a:cs typeface="Verdana" panose="020B0604030504040204" pitchFamily="34" charset="0"/>
              </a:rPr>
              <a:t>Find Method (Search Based on Criteria)(1)</a:t>
            </a:r>
          </a:p>
        </p:txBody>
      </p:sp>
      <p:sp>
        <p:nvSpPr>
          <p:cNvPr id="631" name="Google Shape;752;g1cd17418977_0_496">
            <a:extLst>
              <a:ext uri="{FF2B5EF4-FFF2-40B4-BE49-F238E27FC236}">
                <a16:creationId xmlns:a16="http://schemas.microsoft.com/office/drawing/2014/main" id="{40CA6627-7597-43BF-6B9C-079E99E27277}"/>
              </a:ext>
            </a:extLst>
          </p:cNvPr>
          <p:cNvSpPr txBox="1"/>
          <p:nvPr/>
        </p:nvSpPr>
        <p:spPr>
          <a:xfrm>
            <a:off x="687388" y="1317625"/>
            <a:ext cx="7602537" cy="1397000"/>
          </a:xfrm>
          <a:prstGeom prst="rect">
            <a:avLst/>
          </a:prstGeom>
          <a:ln w="12700">
            <a:miter lim="400000"/>
          </a:ln>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a:latin typeface="Trebuchet MS" panose="020B0603020202020204" pitchFamily="34" charset="0"/>
                <a:sym typeface="Trebuchet MS" panose="020B0603020202020204" pitchFamily="34" charset="0"/>
              </a:rPr>
              <a:t>To search for documents from the “Students” collection based on certain search criteria.</a:t>
            </a:r>
          </a:p>
          <a:p>
            <a:pPr eaLnBrk="1"/>
            <a:endParaRPr lang="en-US" altLang="en-US" sz="1800">
              <a:latin typeface="Times New Roman" panose="02020603050405020304" pitchFamily="18" charset="0"/>
              <a:cs typeface="Times New Roman" panose="02020603050405020304" pitchFamily="18" charset="0"/>
              <a:sym typeface="Times New Roman" panose="02020603050405020304" pitchFamily="18" charset="0"/>
            </a:endParaRPr>
          </a:p>
          <a:p>
            <a:pPr eaLnBrk="1"/>
            <a:endParaRPr lang="en-US" altLang="en-US" sz="2300">
              <a:latin typeface="Times New Roman" panose="02020603050405020304" pitchFamily="18" charset="0"/>
              <a:cs typeface="Times New Roman" panose="02020603050405020304" pitchFamily="18" charset="0"/>
              <a:sym typeface="Times New Roman" panose="02020603050405020304" pitchFamily="18" charset="0"/>
            </a:endParaRPr>
          </a:p>
          <a:p>
            <a:pPr eaLnBrk="1"/>
            <a:r>
              <a:rPr lang="en-US" altLang="en-US" sz="1800" b="1">
                <a:latin typeface="Trebuchet MS" panose="020B0603020202020204" pitchFamily="34" charset="0"/>
                <a:sym typeface="Trebuchet MS" panose="020B0603020202020204" pitchFamily="34" charset="0"/>
              </a:rPr>
              <a:t>db.Student.find({StudName:"Aryan David"});</a:t>
            </a:r>
          </a:p>
        </p:txBody>
      </p:sp>
      <p:pic>
        <p:nvPicPr>
          <p:cNvPr id="97284" name="Google Shape;753;g1cd17418977_0_496" descr="Google Shape;753;g1cd17418977_0_496">
            <a:extLst>
              <a:ext uri="{FF2B5EF4-FFF2-40B4-BE49-F238E27FC236}">
                <a16:creationId xmlns:a16="http://schemas.microsoft.com/office/drawing/2014/main" id="{C08B09B8-314F-1DC0-2B1B-1BD3E25051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800" y="3084513"/>
            <a:ext cx="8189913"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365E90D4-437E-CC73-2773-89A66BEDB5F6}"/>
              </a:ext>
            </a:extLst>
          </p:cNvPr>
          <p:cNvSpPr>
            <a:spLocks noGrp="1"/>
          </p:cNvSpPr>
          <p:nvPr>
            <p:ph type="sldNum" sz="quarter" idx="10"/>
          </p:nvPr>
        </p:nvSpPr>
        <p:spPr/>
        <p:txBody>
          <a:bodyPr/>
          <a:lstStyle/>
          <a:p>
            <a:fld id="{E41E8F01-B894-4207-BB9D-200711BC0260}" type="slidenum">
              <a:rPr lang="en-US" altLang="en-US" smtClean="0"/>
              <a:pPr/>
              <a:t>77</a:t>
            </a:fld>
            <a:endParaRPr lang="en-US" altLang="en-US"/>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Google Shape;758;g1cd17418977_0_502">
            <a:extLst>
              <a:ext uri="{FF2B5EF4-FFF2-40B4-BE49-F238E27FC236}">
                <a16:creationId xmlns:a16="http://schemas.microsoft.com/office/drawing/2014/main" id="{09207100-5F92-01C9-B5A3-FB6691B91B5E}"/>
              </a:ext>
            </a:extLst>
          </p:cNvPr>
          <p:cNvSpPr txBox="1">
            <a:spLocks noGrp="1" noChangeArrowheads="1"/>
          </p:cNvSpPr>
          <p:nvPr>
            <p:ph type="title"/>
          </p:nvPr>
        </p:nvSpPr>
        <p:spPr>
          <a:xfrm>
            <a:off x="430213" y="152400"/>
            <a:ext cx="8274050" cy="415925"/>
          </a:xfrm>
        </p:spPr>
        <p:txBody>
          <a:bodyPr lIns="0" tIns="0" rIns="0" bIns="0" anchor="t"/>
          <a:lstStyle/>
          <a:p>
            <a:pPr indent="504825" eaLnBrk="1" hangingPunct="1"/>
            <a:r>
              <a:rPr lang="en-US" altLang="en-US" sz="2700">
                <a:latin typeface="Verdana" panose="020B0604030504040204" pitchFamily="34" charset="0"/>
                <a:ea typeface="Verdana" panose="020B0604030504040204" pitchFamily="34" charset="0"/>
                <a:cs typeface="Verdana" panose="020B0604030504040204" pitchFamily="34" charset="0"/>
              </a:rPr>
              <a:t>Find Method (Search Based on Criteria)(2)</a:t>
            </a:r>
          </a:p>
        </p:txBody>
      </p:sp>
      <p:sp>
        <p:nvSpPr>
          <p:cNvPr id="98307" name="Google Shape;759;g1cd17418977_0_502">
            <a:extLst>
              <a:ext uri="{FF2B5EF4-FFF2-40B4-BE49-F238E27FC236}">
                <a16:creationId xmlns:a16="http://schemas.microsoft.com/office/drawing/2014/main" id="{36DAA17E-B7E7-A04C-1916-BAF329995A76}"/>
              </a:ext>
            </a:extLst>
          </p:cNvPr>
          <p:cNvSpPr txBox="1">
            <a:spLocks noChangeArrowheads="1"/>
          </p:cNvSpPr>
          <p:nvPr/>
        </p:nvSpPr>
        <p:spPr bwMode="auto">
          <a:xfrm>
            <a:off x="687388" y="1400175"/>
            <a:ext cx="7945437"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a:r>
              <a:rPr lang="en-US" altLang="en-US" sz="1800">
                <a:latin typeface="Trebuchet MS" panose="020B0603020202020204" pitchFamily="34" charset="0"/>
                <a:sym typeface="Trebuchet MS" panose="020B0603020202020204" pitchFamily="34" charset="0"/>
              </a:rPr>
              <a:t>To  display  only  the  StudName  and  Grade  from  all  the  documents  of  the Students   collection.   </a:t>
            </a:r>
          </a:p>
          <a:p>
            <a:pPr algn="just" eaLnBrk="1"/>
            <a:endParaRPr lang="en-US" altLang="en-US" sz="1800">
              <a:latin typeface="Trebuchet MS" panose="020B0603020202020204" pitchFamily="34" charset="0"/>
              <a:sym typeface="Trebuchet MS" panose="020B0603020202020204" pitchFamily="34" charset="0"/>
            </a:endParaRPr>
          </a:p>
          <a:p>
            <a:pPr algn="just" eaLnBrk="1"/>
            <a:r>
              <a:rPr lang="en-US" altLang="en-US" sz="1800">
                <a:latin typeface="Trebuchet MS" panose="020B0603020202020204" pitchFamily="34" charset="0"/>
                <a:sym typeface="Trebuchet MS" panose="020B0603020202020204" pitchFamily="34" charset="0"/>
              </a:rPr>
              <a:t>The   identifier   _id   should   be   suppressed   and   NOT displayed.</a:t>
            </a:r>
          </a:p>
        </p:txBody>
      </p:sp>
      <p:sp>
        <p:nvSpPr>
          <p:cNvPr id="98308" name="Google Shape;760;g1cd17418977_0_502">
            <a:extLst>
              <a:ext uri="{FF2B5EF4-FFF2-40B4-BE49-F238E27FC236}">
                <a16:creationId xmlns:a16="http://schemas.microsoft.com/office/drawing/2014/main" id="{492E9F33-FF9E-92EA-C174-8A090C0B465F}"/>
              </a:ext>
            </a:extLst>
          </p:cNvPr>
          <p:cNvSpPr txBox="1">
            <a:spLocks noChangeArrowheads="1"/>
          </p:cNvSpPr>
          <p:nvPr/>
        </p:nvSpPr>
        <p:spPr bwMode="auto">
          <a:xfrm>
            <a:off x="687388" y="2889250"/>
            <a:ext cx="80899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b="1">
                <a:latin typeface="Trebuchet MS" panose="020B0603020202020204" pitchFamily="34" charset="0"/>
                <a:sym typeface="Trebuchet MS" panose="020B0603020202020204" pitchFamily="34" charset="0"/>
              </a:rPr>
              <a:t>db.Students.find({},{StudName:1,Grade:1,_id:0});</a:t>
            </a:r>
          </a:p>
        </p:txBody>
      </p:sp>
      <p:pic>
        <p:nvPicPr>
          <p:cNvPr id="98309" name="Google Shape;761;g1cd17418977_0_502" descr="Google Shape;761;g1cd17418977_0_502">
            <a:extLst>
              <a:ext uri="{FF2B5EF4-FFF2-40B4-BE49-F238E27FC236}">
                <a16:creationId xmlns:a16="http://schemas.microsoft.com/office/drawing/2014/main" id="{6C040440-776D-4A73-6276-A3DD1AAA16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213" y="4008438"/>
            <a:ext cx="8059737"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A3E1BFE2-D5DB-C031-A95E-086DA77FC8A8}"/>
              </a:ext>
            </a:extLst>
          </p:cNvPr>
          <p:cNvSpPr>
            <a:spLocks noGrp="1"/>
          </p:cNvSpPr>
          <p:nvPr>
            <p:ph type="sldNum" sz="quarter" idx="10"/>
          </p:nvPr>
        </p:nvSpPr>
        <p:spPr/>
        <p:txBody>
          <a:bodyPr/>
          <a:lstStyle/>
          <a:p>
            <a:fld id="{E41E8F01-B894-4207-BB9D-200711BC0260}" type="slidenum">
              <a:rPr lang="en-US" altLang="en-US" smtClean="0"/>
              <a:pPr/>
              <a:t>78</a:t>
            </a:fld>
            <a:endParaRPr lang="en-US" altLang="en-US"/>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Google Shape;766;g1cd17418977_0_509">
            <a:extLst>
              <a:ext uri="{FF2B5EF4-FFF2-40B4-BE49-F238E27FC236}">
                <a16:creationId xmlns:a16="http://schemas.microsoft.com/office/drawing/2014/main" id="{46FF61B0-B220-A726-7264-2B92B25DFEEA}"/>
              </a:ext>
            </a:extLst>
          </p:cNvPr>
          <p:cNvSpPr txBox="1">
            <a:spLocks noGrp="1" noChangeArrowheads="1"/>
          </p:cNvSpPr>
          <p:nvPr>
            <p:ph type="title"/>
          </p:nvPr>
        </p:nvSpPr>
        <p:spPr>
          <a:xfrm>
            <a:off x="492125" y="352425"/>
            <a:ext cx="8159750" cy="785813"/>
          </a:xfrm>
        </p:spPr>
        <p:txBody>
          <a:bodyPr lIns="0" tIns="0" rIns="0" bIns="0" anchor="t"/>
          <a:lstStyle/>
          <a:p>
            <a:pPr indent="504825" eaLnBrk="1" hangingPunct="1"/>
            <a:r>
              <a:rPr lang="en-US" altLang="en-US" sz="2700">
                <a:latin typeface="Verdana" panose="020B0604030504040204" pitchFamily="34" charset="0"/>
                <a:ea typeface="Verdana" panose="020B0604030504040204" pitchFamily="34" charset="0"/>
                <a:cs typeface="Verdana" panose="020B0604030504040204" pitchFamily="34" charset="0"/>
              </a:rPr>
              <a:t>Find Method (Search Based on Criteria)(3)</a:t>
            </a:r>
            <a:endParaRPr lang="en-US" altLang="en-US" sz="2400">
              <a:latin typeface="Verdana" panose="020B0604030504040204" pitchFamily="34" charset="0"/>
              <a:ea typeface="Verdana" panose="020B0604030504040204" pitchFamily="34" charset="0"/>
              <a:cs typeface="Verdana" panose="020B0604030504040204" pitchFamily="34" charset="0"/>
            </a:endParaRPr>
          </a:p>
        </p:txBody>
      </p:sp>
      <p:sp>
        <p:nvSpPr>
          <p:cNvPr id="99331" name="Google Shape;767;g1cd17418977_0_509">
            <a:extLst>
              <a:ext uri="{FF2B5EF4-FFF2-40B4-BE49-F238E27FC236}">
                <a16:creationId xmlns:a16="http://schemas.microsoft.com/office/drawing/2014/main" id="{4F0E5712-CA8A-2477-2B54-E6D6E3A75DB0}"/>
              </a:ext>
            </a:extLst>
          </p:cNvPr>
          <p:cNvSpPr txBox="1">
            <a:spLocks noChangeArrowheads="1"/>
          </p:cNvSpPr>
          <p:nvPr/>
        </p:nvSpPr>
        <p:spPr bwMode="auto">
          <a:xfrm>
            <a:off x="687388" y="1501775"/>
            <a:ext cx="78168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2100">
                <a:latin typeface="Trebuchet MS" panose="020B0603020202020204" pitchFamily="34" charset="0"/>
                <a:sym typeface="Trebuchet MS" panose="020B0603020202020204" pitchFamily="34" charset="0"/>
              </a:rPr>
              <a:t>To find those documents where the Grade is set to ‘VII’</a:t>
            </a:r>
          </a:p>
        </p:txBody>
      </p:sp>
      <p:sp>
        <p:nvSpPr>
          <p:cNvPr id="99332" name="Google Shape;768;g1cd17418977_0_509">
            <a:extLst>
              <a:ext uri="{FF2B5EF4-FFF2-40B4-BE49-F238E27FC236}">
                <a16:creationId xmlns:a16="http://schemas.microsoft.com/office/drawing/2014/main" id="{74886C9F-9398-9C91-861C-351D1CC021D9}"/>
              </a:ext>
            </a:extLst>
          </p:cNvPr>
          <p:cNvSpPr txBox="1">
            <a:spLocks noChangeArrowheads="1"/>
          </p:cNvSpPr>
          <p:nvPr/>
        </p:nvSpPr>
        <p:spPr bwMode="auto">
          <a:xfrm>
            <a:off x="687388" y="2451100"/>
            <a:ext cx="668655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b="1">
                <a:latin typeface="Trebuchet MS" panose="020B0603020202020204" pitchFamily="34" charset="0"/>
                <a:sym typeface="Trebuchet MS" panose="020B0603020202020204" pitchFamily="34" charset="0"/>
              </a:rPr>
              <a:t>db.Students.find({Grade:{$eq:'VII'}})</a:t>
            </a:r>
          </a:p>
        </p:txBody>
      </p:sp>
      <p:pic>
        <p:nvPicPr>
          <p:cNvPr id="99333" name="Google Shape;769;g1cd17418977_0_509" descr="Google Shape;769;g1cd17418977_0_509">
            <a:extLst>
              <a:ext uri="{FF2B5EF4-FFF2-40B4-BE49-F238E27FC236}">
                <a16:creationId xmlns:a16="http://schemas.microsoft.com/office/drawing/2014/main" id="{C851A26E-F3C5-4B78-978C-40BEAD0193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850" y="2836863"/>
            <a:ext cx="7532688" cy="284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96E32BA0-17C0-C32C-5D45-83BB518B6123}"/>
              </a:ext>
            </a:extLst>
          </p:cNvPr>
          <p:cNvSpPr>
            <a:spLocks noGrp="1"/>
          </p:cNvSpPr>
          <p:nvPr>
            <p:ph type="sldNum" sz="quarter" idx="10"/>
          </p:nvPr>
        </p:nvSpPr>
        <p:spPr/>
        <p:txBody>
          <a:bodyPr/>
          <a:lstStyle/>
          <a:p>
            <a:fld id="{E41E8F01-B894-4207-BB9D-200711BC0260}" type="slidenum">
              <a:rPr lang="en-US" altLang="en-US" smtClean="0"/>
              <a:pPr/>
              <a:t>79</a:t>
            </a:fld>
            <a:endParaRPr lang="en-US" altLang="en-US"/>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Google Shape;774;g1cd17418977_0_516">
            <a:extLst>
              <a:ext uri="{FF2B5EF4-FFF2-40B4-BE49-F238E27FC236}">
                <a16:creationId xmlns:a16="http://schemas.microsoft.com/office/drawing/2014/main" id="{08E08A95-C383-F3EB-667E-389659C922F7}"/>
              </a:ext>
            </a:extLst>
          </p:cNvPr>
          <p:cNvSpPr txBox="1">
            <a:spLocks noGrp="1" noChangeArrowheads="1"/>
          </p:cNvSpPr>
          <p:nvPr>
            <p:ph type="title"/>
          </p:nvPr>
        </p:nvSpPr>
        <p:spPr>
          <a:xfrm>
            <a:off x="315913" y="381000"/>
            <a:ext cx="8245475" cy="1154113"/>
          </a:xfrm>
        </p:spPr>
        <p:txBody>
          <a:bodyPr lIns="0" tIns="0" rIns="0" bIns="0" anchor="t"/>
          <a:lstStyle/>
          <a:p>
            <a:pPr indent="504825" eaLnBrk="1" hangingPunct="1"/>
            <a:r>
              <a:rPr lang="en-US" altLang="en-US" sz="2700">
                <a:latin typeface="Verdana" panose="020B0604030504040204" pitchFamily="34" charset="0"/>
                <a:ea typeface="Verdana" panose="020B0604030504040204" pitchFamily="34" charset="0"/>
                <a:cs typeface="Verdana" panose="020B0604030504040204" pitchFamily="34" charset="0"/>
              </a:rPr>
              <a:t>Find Method (Search Based on Criteria)(4)</a:t>
            </a:r>
            <a:br>
              <a:rPr lang="en-US" altLang="en-US" sz="2400">
                <a:latin typeface="Verdana" panose="020B0604030504040204" pitchFamily="34" charset="0"/>
                <a:ea typeface="Verdana" panose="020B0604030504040204" pitchFamily="34" charset="0"/>
                <a:cs typeface="Verdana" panose="020B0604030504040204" pitchFamily="34" charset="0"/>
              </a:rPr>
            </a:br>
            <a:endParaRPr lang="en-US" altLang="en-US" sz="2400">
              <a:latin typeface="Verdana" panose="020B0604030504040204" pitchFamily="34" charset="0"/>
              <a:ea typeface="Verdana" panose="020B0604030504040204" pitchFamily="34" charset="0"/>
              <a:cs typeface="Verdana" panose="020B0604030504040204" pitchFamily="34" charset="0"/>
            </a:endParaRPr>
          </a:p>
        </p:txBody>
      </p:sp>
      <p:sp>
        <p:nvSpPr>
          <p:cNvPr id="100355" name="Google Shape;775;g1cd17418977_0_516">
            <a:extLst>
              <a:ext uri="{FF2B5EF4-FFF2-40B4-BE49-F238E27FC236}">
                <a16:creationId xmlns:a16="http://schemas.microsoft.com/office/drawing/2014/main" id="{91F7E7B5-639B-3C15-AA9F-2C772426CCE4}"/>
              </a:ext>
            </a:extLst>
          </p:cNvPr>
          <p:cNvSpPr txBox="1">
            <a:spLocks noChangeArrowheads="1"/>
          </p:cNvSpPr>
          <p:nvPr/>
        </p:nvSpPr>
        <p:spPr bwMode="auto">
          <a:xfrm>
            <a:off x="687388" y="1262063"/>
            <a:ext cx="79883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a:latin typeface="Trebuchet MS" panose="020B0603020202020204" pitchFamily="34" charset="0"/>
                <a:sym typeface="Trebuchet MS" panose="020B0603020202020204" pitchFamily="34" charset="0"/>
              </a:rPr>
              <a:t>To find those documents from the Students collection where the Hobbies is set to either ‘Chess’ or is set to ‘Skating’.</a:t>
            </a:r>
          </a:p>
        </p:txBody>
      </p:sp>
      <p:sp>
        <p:nvSpPr>
          <p:cNvPr id="100356" name="Google Shape;776;g1cd17418977_0_516">
            <a:extLst>
              <a:ext uri="{FF2B5EF4-FFF2-40B4-BE49-F238E27FC236}">
                <a16:creationId xmlns:a16="http://schemas.microsoft.com/office/drawing/2014/main" id="{AE4B3EA0-6F4A-8C9B-A5E3-4988B82E7FC6}"/>
              </a:ext>
            </a:extLst>
          </p:cNvPr>
          <p:cNvSpPr txBox="1">
            <a:spLocks noChangeArrowheads="1"/>
          </p:cNvSpPr>
          <p:nvPr/>
        </p:nvSpPr>
        <p:spPr bwMode="auto">
          <a:xfrm>
            <a:off x="687388" y="2533650"/>
            <a:ext cx="7988300"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b="1">
                <a:latin typeface="Trebuchet MS" panose="020B0603020202020204" pitchFamily="34" charset="0"/>
                <a:sym typeface="Trebuchet MS" panose="020B0603020202020204" pitchFamily="34" charset="0"/>
              </a:rPr>
              <a:t>db.Students.find ({Hobbies :{ $in: ['Chess','Skating']}})</a:t>
            </a:r>
          </a:p>
        </p:txBody>
      </p:sp>
      <p:pic>
        <p:nvPicPr>
          <p:cNvPr id="100357" name="Google Shape;777;g1cd17418977_0_516" descr="Google Shape;777;g1cd17418977_0_516">
            <a:extLst>
              <a:ext uri="{FF2B5EF4-FFF2-40B4-BE49-F238E27FC236}">
                <a16:creationId xmlns:a16="http://schemas.microsoft.com/office/drawing/2014/main" id="{99F9A142-B6AB-D0B8-7BD9-1071394014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913" y="3249613"/>
            <a:ext cx="8110537" cy="177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C9CD32B2-E84A-3537-F0EA-36C47B4AFE61}"/>
              </a:ext>
            </a:extLst>
          </p:cNvPr>
          <p:cNvSpPr>
            <a:spLocks noGrp="1"/>
          </p:cNvSpPr>
          <p:nvPr>
            <p:ph type="sldNum" sz="quarter" idx="10"/>
          </p:nvPr>
        </p:nvSpPr>
        <p:spPr/>
        <p:txBody>
          <a:bodyPr/>
          <a:lstStyle/>
          <a:p>
            <a:fld id="{E41E8F01-B894-4207-BB9D-200711BC0260}" type="slidenum">
              <a:rPr lang="en-US" altLang="en-US" smtClean="0"/>
              <a:pPr/>
              <a:t>80</a:t>
            </a:fld>
            <a:endParaRPr lang="en-US" altLang="en-US"/>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Google Shape;782;g1cd17418977_0_523">
            <a:extLst>
              <a:ext uri="{FF2B5EF4-FFF2-40B4-BE49-F238E27FC236}">
                <a16:creationId xmlns:a16="http://schemas.microsoft.com/office/drawing/2014/main" id="{4F8795DE-6A55-7D12-690E-7537F4569610}"/>
              </a:ext>
            </a:extLst>
          </p:cNvPr>
          <p:cNvSpPr txBox="1">
            <a:spLocks noGrp="1" noChangeArrowheads="1"/>
          </p:cNvSpPr>
          <p:nvPr>
            <p:ph type="title"/>
          </p:nvPr>
        </p:nvSpPr>
        <p:spPr>
          <a:xfrm>
            <a:off x="384175" y="266700"/>
            <a:ext cx="8375650" cy="785813"/>
          </a:xfrm>
        </p:spPr>
        <p:txBody>
          <a:bodyPr lIns="0" tIns="0" rIns="0" bIns="0" anchor="t"/>
          <a:lstStyle/>
          <a:p>
            <a:pPr indent="504825" eaLnBrk="1" hangingPunct="1"/>
            <a:r>
              <a:rPr lang="en-US" altLang="en-US" sz="2700">
                <a:latin typeface="Verdana" panose="020B0604030504040204" pitchFamily="34" charset="0"/>
                <a:ea typeface="Verdana" panose="020B0604030504040204" pitchFamily="34" charset="0"/>
                <a:cs typeface="Verdana" panose="020B0604030504040204" pitchFamily="34" charset="0"/>
              </a:rPr>
              <a:t>Find Method (Search Based on Criteria)(5)</a:t>
            </a:r>
            <a:endParaRPr lang="en-US" altLang="en-US" sz="2400">
              <a:latin typeface="Verdana" panose="020B0604030504040204" pitchFamily="34" charset="0"/>
              <a:ea typeface="Verdana" panose="020B0604030504040204" pitchFamily="34" charset="0"/>
              <a:cs typeface="Verdana" panose="020B0604030504040204" pitchFamily="34" charset="0"/>
            </a:endParaRPr>
          </a:p>
        </p:txBody>
      </p:sp>
      <p:sp>
        <p:nvSpPr>
          <p:cNvPr id="650" name="Google Shape;783;g1cd17418977_0_523">
            <a:extLst>
              <a:ext uri="{FF2B5EF4-FFF2-40B4-BE49-F238E27FC236}">
                <a16:creationId xmlns:a16="http://schemas.microsoft.com/office/drawing/2014/main" id="{D475F80C-CCBA-CF3F-A74F-4D28ABD5F755}"/>
              </a:ext>
            </a:extLst>
          </p:cNvPr>
          <p:cNvSpPr txBox="1"/>
          <p:nvPr/>
        </p:nvSpPr>
        <p:spPr>
          <a:xfrm>
            <a:off x="687388" y="1533525"/>
            <a:ext cx="8072437" cy="1397000"/>
          </a:xfrm>
          <a:prstGeom prst="rect">
            <a:avLst/>
          </a:prstGeom>
          <a:ln w="12700">
            <a:miter lim="400000"/>
          </a:ln>
        </p:spPr>
        <p:txBody>
          <a:bodyPr lIns="0" tIns="0" rIns="0" bIns="0">
            <a:spAutoFit/>
          </a:bodyPr>
          <a:lstStyle/>
          <a:p>
            <a:pPr indent="12700" eaLnBrk="1" fontAlgn="auto">
              <a:spcBef>
                <a:spcPts val="0"/>
              </a:spcBef>
              <a:spcAft>
                <a:spcPts val="0"/>
              </a:spcAft>
              <a:defRPr sz="1800">
                <a:latin typeface="Trebuchet MS"/>
                <a:ea typeface="Trebuchet MS"/>
                <a:cs typeface="Trebuchet MS"/>
                <a:sym typeface="Trebuchet MS"/>
              </a:defRPr>
            </a:pPr>
            <a:r>
              <a:rPr sz="1800" kern="0">
                <a:latin typeface="Trebuchet MS"/>
                <a:ea typeface="Trebuchet MS"/>
                <a:cs typeface="Trebuchet MS"/>
                <a:sym typeface="Trebuchet MS"/>
              </a:rPr>
              <a:t>To find  documents  from  the  Students  collection  where  the  StudName  begins   with “M”.</a:t>
            </a: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eaLnBrk="1" fontAlgn="auto">
              <a:spcBef>
                <a:spcPts val="0"/>
              </a:spcBef>
              <a:spcAft>
                <a:spcPts val="0"/>
              </a:spcAft>
              <a:defRPr sz="2300">
                <a:latin typeface="Times New Roman"/>
                <a:ea typeface="Times New Roman"/>
                <a:cs typeface="Times New Roman"/>
                <a:sym typeface="Times New Roman"/>
              </a:defRPr>
            </a:pPr>
            <a:endParaRPr sz="2300" kern="0">
              <a:latin typeface="Times New Roman"/>
              <a:ea typeface="Times New Roman"/>
              <a:cs typeface="Times New Roman"/>
              <a:sym typeface="Times New Roman"/>
            </a:endParaRPr>
          </a:p>
          <a:p>
            <a:pPr indent="12700" eaLnBrk="1" fontAlgn="auto">
              <a:spcBef>
                <a:spcPts val="0"/>
              </a:spcBef>
              <a:spcAft>
                <a:spcPts val="0"/>
              </a:spcAft>
              <a:defRPr sz="1800" b="1">
                <a:latin typeface="Trebuchet MS"/>
                <a:ea typeface="Trebuchet MS"/>
                <a:cs typeface="Trebuchet MS"/>
                <a:sym typeface="Trebuchet MS"/>
              </a:defRPr>
            </a:pPr>
            <a:r>
              <a:rPr sz="1800" b="1" kern="0">
                <a:latin typeface="Trebuchet MS"/>
                <a:ea typeface="Trebuchet MS"/>
                <a:cs typeface="Trebuchet MS"/>
                <a:sym typeface="Trebuchet MS"/>
              </a:rPr>
              <a:t>db.Students.find({StudName:/^M/});</a:t>
            </a:r>
          </a:p>
        </p:txBody>
      </p:sp>
      <p:pic>
        <p:nvPicPr>
          <p:cNvPr id="101380" name="Google Shape;784;g1cd17418977_0_523" descr="Google Shape;784;g1cd17418977_0_523">
            <a:extLst>
              <a:ext uri="{FF2B5EF4-FFF2-40B4-BE49-F238E27FC236}">
                <a16:creationId xmlns:a16="http://schemas.microsoft.com/office/drawing/2014/main" id="{FE2000F1-A1D4-448E-51E1-E4D13070AB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388" y="3192463"/>
            <a:ext cx="7518400"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67E2F3C5-A2FB-B392-3DA3-1C180B8A8A02}"/>
              </a:ext>
            </a:extLst>
          </p:cNvPr>
          <p:cNvSpPr>
            <a:spLocks noGrp="1"/>
          </p:cNvSpPr>
          <p:nvPr>
            <p:ph type="sldNum" sz="quarter" idx="10"/>
          </p:nvPr>
        </p:nvSpPr>
        <p:spPr/>
        <p:txBody>
          <a:bodyPr/>
          <a:lstStyle/>
          <a:p>
            <a:fld id="{E41E8F01-B894-4207-BB9D-200711BC0260}" type="slidenum">
              <a:rPr lang="en-US" altLang="en-US" smtClean="0"/>
              <a:pPr/>
              <a:t>81</a:t>
            </a:fld>
            <a:endParaRPr lang="en-US" altLang="en-US"/>
          </a:p>
        </p:txBody>
      </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Google Shape;789;g1cd17418977_0_529">
            <a:extLst>
              <a:ext uri="{FF2B5EF4-FFF2-40B4-BE49-F238E27FC236}">
                <a16:creationId xmlns:a16="http://schemas.microsoft.com/office/drawing/2014/main" id="{7B9BECAC-C6FB-A5BB-323E-CAB0B3DDA7FE}"/>
              </a:ext>
            </a:extLst>
          </p:cNvPr>
          <p:cNvSpPr txBox="1">
            <a:spLocks noGrp="1" noChangeArrowheads="1"/>
          </p:cNvSpPr>
          <p:nvPr>
            <p:ph type="title"/>
          </p:nvPr>
        </p:nvSpPr>
        <p:spPr>
          <a:xfrm>
            <a:off x="430213" y="152400"/>
            <a:ext cx="8404225" cy="1154113"/>
          </a:xfrm>
        </p:spPr>
        <p:txBody>
          <a:bodyPr lIns="0" tIns="0" rIns="0" bIns="0" anchor="t"/>
          <a:lstStyle/>
          <a:p>
            <a:pPr indent="504825" eaLnBrk="1" hangingPunct="1"/>
            <a:r>
              <a:rPr lang="en-US" altLang="en-US" sz="2700">
                <a:latin typeface="Verdana" panose="020B0604030504040204" pitchFamily="34" charset="0"/>
                <a:ea typeface="Verdana" panose="020B0604030504040204" pitchFamily="34" charset="0"/>
                <a:cs typeface="Verdana" panose="020B0604030504040204" pitchFamily="34" charset="0"/>
              </a:rPr>
              <a:t>Find Method (Search Based on Criteria)(6)</a:t>
            </a:r>
            <a:br>
              <a:rPr lang="en-US" altLang="en-US" sz="2400">
                <a:latin typeface="Verdana" panose="020B0604030504040204" pitchFamily="34" charset="0"/>
                <a:ea typeface="Verdana" panose="020B0604030504040204" pitchFamily="34" charset="0"/>
                <a:cs typeface="Verdana" panose="020B0604030504040204" pitchFamily="34" charset="0"/>
              </a:rPr>
            </a:br>
            <a:endParaRPr lang="en-US" altLang="en-US" sz="2400">
              <a:latin typeface="Verdana" panose="020B0604030504040204" pitchFamily="34" charset="0"/>
              <a:ea typeface="Verdana" panose="020B0604030504040204" pitchFamily="34" charset="0"/>
              <a:cs typeface="Verdana" panose="020B0604030504040204" pitchFamily="34" charset="0"/>
            </a:endParaRPr>
          </a:p>
        </p:txBody>
      </p:sp>
      <p:sp>
        <p:nvSpPr>
          <p:cNvPr id="102403" name="Google Shape;790;g1cd17418977_0_529">
            <a:extLst>
              <a:ext uri="{FF2B5EF4-FFF2-40B4-BE49-F238E27FC236}">
                <a16:creationId xmlns:a16="http://schemas.microsoft.com/office/drawing/2014/main" id="{82A66EAE-BACF-A5E1-8DFA-F96FEAD2CF84}"/>
              </a:ext>
            </a:extLst>
          </p:cNvPr>
          <p:cNvSpPr txBox="1">
            <a:spLocks noChangeArrowheads="1"/>
          </p:cNvSpPr>
          <p:nvPr/>
        </p:nvSpPr>
        <p:spPr bwMode="auto">
          <a:xfrm>
            <a:off x="687388" y="1444625"/>
            <a:ext cx="797401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a:latin typeface="Trebuchet MS" panose="020B0603020202020204" pitchFamily="34" charset="0"/>
                <a:sym typeface="Trebuchet MS" panose="020B0603020202020204" pitchFamily="34" charset="0"/>
              </a:rPr>
              <a:t>To find documents from the Students collection where the StudName has an “e”  in any position.</a:t>
            </a:r>
          </a:p>
        </p:txBody>
      </p:sp>
      <p:sp>
        <p:nvSpPr>
          <p:cNvPr id="102404" name="Google Shape;791;g1cd17418977_0_529">
            <a:extLst>
              <a:ext uri="{FF2B5EF4-FFF2-40B4-BE49-F238E27FC236}">
                <a16:creationId xmlns:a16="http://schemas.microsoft.com/office/drawing/2014/main" id="{2F369072-A68C-6C4C-ADCD-56D9A59ACDBC}"/>
              </a:ext>
            </a:extLst>
          </p:cNvPr>
          <p:cNvSpPr txBox="1">
            <a:spLocks noChangeArrowheads="1"/>
          </p:cNvSpPr>
          <p:nvPr/>
        </p:nvSpPr>
        <p:spPr bwMode="auto">
          <a:xfrm>
            <a:off x="687388" y="2682875"/>
            <a:ext cx="8059737"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b="1">
                <a:latin typeface="Trebuchet MS" panose="020B0603020202020204" pitchFamily="34" charset="0"/>
                <a:sym typeface="Trebuchet MS" panose="020B0603020202020204" pitchFamily="34" charset="0"/>
              </a:rPr>
              <a:t>db.Students.find({StudName:/e/});</a:t>
            </a:r>
          </a:p>
        </p:txBody>
      </p:sp>
      <p:pic>
        <p:nvPicPr>
          <p:cNvPr id="102405" name="Google Shape;792;g1cd17418977_0_529" descr="Google Shape;792;g1cd17418977_0_529">
            <a:extLst>
              <a:ext uri="{FF2B5EF4-FFF2-40B4-BE49-F238E27FC236}">
                <a16:creationId xmlns:a16="http://schemas.microsoft.com/office/drawing/2014/main" id="{6AE136FF-B3D8-B914-B661-D44E74FADE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650" y="3111500"/>
            <a:ext cx="7424738"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6945A32F-F2C5-98D7-A835-3083CB6AFDD1}"/>
              </a:ext>
            </a:extLst>
          </p:cNvPr>
          <p:cNvSpPr>
            <a:spLocks noGrp="1"/>
          </p:cNvSpPr>
          <p:nvPr>
            <p:ph type="sldNum" sz="quarter" idx="10"/>
          </p:nvPr>
        </p:nvSpPr>
        <p:spPr/>
        <p:txBody>
          <a:bodyPr/>
          <a:lstStyle/>
          <a:p>
            <a:fld id="{E41E8F01-B894-4207-BB9D-200711BC0260}" type="slidenum">
              <a:rPr lang="en-US" altLang="en-US" smtClean="0"/>
              <a:pPr/>
              <a:t>82</a:t>
            </a:fld>
            <a:endParaRPr lang="en-US" altLang="en-US"/>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Google Shape;797;g1cd17418977_0_536">
            <a:extLst>
              <a:ext uri="{FF2B5EF4-FFF2-40B4-BE49-F238E27FC236}">
                <a16:creationId xmlns:a16="http://schemas.microsoft.com/office/drawing/2014/main" id="{4B21D686-5BDE-0DCC-6104-CE8832B1A109}"/>
              </a:ext>
            </a:extLst>
          </p:cNvPr>
          <p:cNvSpPr txBox="1">
            <a:spLocks noGrp="1" noChangeArrowheads="1"/>
          </p:cNvSpPr>
          <p:nvPr>
            <p:ph type="title"/>
          </p:nvPr>
        </p:nvSpPr>
        <p:spPr>
          <a:xfrm>
            <a:off x="430213" y="152400"/>
            <a:ext cx="6002337" cy="369888"/>
          </a:xfrm>
        </p:spPr>
        <p:txBody>
          <a:bodyPr lIns="0" tIns="0" rIns="0" bIns="0" anchor="t"/>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Count Method</a:t>
            </a:r>
          </a:p>
        </p:txBody>
      </p:sp>
      <p:sp>
        <p:nvSpPr>
          <p:cNvPr id="659" name="Google Shape;798;g1cd17418977_0_536">
            <a:extLst>
              <a:ext uri="{FF2B5EF4-FFF2-40B4-BE49-F238E27FC236}">
                <a16:creationId xmlns:a16="http://schemas.microsoft.com/office/drawing/2014/main" id="{2C97193F-57CB-1F4B-CFB0-884345AE0DFC}"/>
              </a:ext>
            </a:extLst>
          </p:cNvPr>
          <p:cNvSpPr txBox="1"/>
          <p:nvPr/>
        </p:nvSpPr>
        <p:spPr>
          <a:xfrm>
            <a:off x="687388" y="1524000"/>
            <a:ext cx="7473950" cy="1066800"/>
          </a:xfrm>
          <a:prstGeom prst="rect">
            <a:avLst/>
          </a:prstGeom>
          <a:ln w="12700">
            <a:miter lim="400000"/>
          </a:ln>
        </p:spPr>
        <p:txBody>
          <a:bodyPr lIns="0" tIns="0" rIns="0" bIns="0">
            <a:spAutoFit/>
          </a:bodyPr>
          <a:lstStyle/>
          <a:p>
            <a:pPr indent="12700" eaLnBrk="1" fontAlgn="auto">
              <a:spcBef>
                <a:spcPts val="0"/>
              </a:spcBef>
              <a:spcAft>
                <a:spcPts val="0"/>
              </a:spcAft>
              <a:defRPr sz="1800">
                <a:latin typeface="Trebuchet MS"/>
                <a:ea typeface="Trebuchet MS"/>
                <a:cs typeface="Trebuchet MS"/>
                <a:sym typeface="Trebuchet MS"/>
              </a:defRPr>
            </a:pPr>
            <a:r>
              <a:rPr sz="1800" kern="0">
                <a:latin typeface="Trebuchet MS"/>
                <a:ea typeface="Trebuchet MS"/>
                <a:cs typeface="Trebuchet MS"/>
                <a:sym typeface="Trebuchet MS"/>
              </a:rPr>
              <a:t>To find the number of documents in the Students collection.</a:t>
            </a: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eaLnBrk="1" fontAlgn="auto">
              <a:spcBef>
                <a:spcPts val="0"/>
              </a:spcBef>
              <a:spcAft>
                <a:spcPts val="0"/>
              </a:spcAft>
              <a:defRPr sz="1800">
                <a:latin typeface="Times New Roman"/>
                <a:ea typeface="Times New Roman"/>
                <a:cs typeface="Times New Roman"/>
                <a:sym typeface="Times New Roman"/>
              </a:defRPr>
            </a:pPr>
            <a:endParaRPr sz="1800" kern="0">
              <a:latin typeface="Times New Roman"/>
              <a:ea typeface="Times New Roman"/>
              <a:cs typeface="Times New Roman"/>
              <a:sym typeface="Times New Roman"/>
            </a:endParaRPr>
          </a:p>
          <a:p>
            <a:pPr indent="12700" eaLnBrk="1" fontAlgn="auto">
              <a:spcBef>
                <a:spcPts val="0"/>
              </a:spcBef>
              <a:spcAft>
                <a:spcPts val="0"/>
              </a:spcAft>
              <a:defRPr sz="1800" b="1">
                <a:latin typeface="Trebuchet MS"/>
                <a:ea typeface="Trebuchet MS"/>
                <a:cs typeface="Trebuchet MS"/>
                <a:sym typeface="Trebuchet MS"/>
              </a:defRPr>
            </a:pPr>
            <a:r>
              <a:rPr sz="1800" b="1" kern="0">
                <a:latin typeface="Trebuchet MS"/>
                <a:ea typeface="Trebuchet MS"/>
                <a:cs typeface="Trebuchet MS"/>
                <a:sym typeface="Trebuchet MS"/>
              </a:rPr>
              <a:t>db.Student.count();</a:t>
            </a:r>
          </a:p>
        </p:txBody>
      </p:sp>
      <p:pic>
        <p:nvPicPr>
          <p:cNvPr id="103428" name="Google Shape;799;g1cd17418977_0_536" descr="Google Shape;799;g1cd17418977_0_536">
            <a:extLst>
              <a:ext uri="{FF2B5EF4-FFF2-40B4-BE49-F238E27FC236}">
                <a16:creationId xmlns:a16="http://schemas.microsoft.com/office/drawing/2014/main" id="{E32BB9BD-92FB-E437-622F-782367368A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8" y="2998788"/>
            <a:ext cx="85534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5BF03ECF-1676-1DA8-0D1F-2F0C80AD52FA}"/>
              </a:ext>
            </a:extLst>
          </p:cNvPr>
          <p:cNvSpPr>
            <a:spLocks noGrp="1"/>
          </p:cNvSpPr>
          <p:nvPr>
            <p:ph type="sldNum" sz="quarter" idx="10"/>
          </p:nvPr>
        </p:nvSpPr>
        <p:spPr/>
        <p:txBody>
          <a:bodyPr/>
          <a:lstStyle/>
          <a:p>
            <a:fld id="{E41E8F01-B894-4207-BB9D-200711BC0260}" type="slidenum">
              <a:rPr lang="en-US" altLang="en-US" smtClean="0"/>
              <a:pPr/>
              <a:t>83</a:t>
            </a:fld>
            <a:endParaRPr lang="en-US" altLang="en-US"/>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Google Shape;804;g1cd17418977_0_542">
            <a:extLst>
              <a:ext uri="{FF2B5EF4-FFF2-40B4-BE49-F238E27FC236}">
                <a16:creationId xmlns:a16="http://schemas.microsoft.com/office/drawing/2014/main" id="{8CC2EE2D-BF1F-E370-EAD9-96F03AEC1A8C}"/>
              </a:ext>
            </a:extLst>
          </p:cNvPr>
          <p:cNvSpPr txBox="1">
            <a:spLocks noGrp="1" noChangeArrowheads="1"/>
          </p:cNvSpPr>
          <p:nvPr>
            <p:ph type="title"/>
          </p:nvPr>
        </p:nvSpPr>
        <p:spPr>
          <a:xfrm>
            <a:off x="446088" y="438150"/>
            <a:ext cx="6000750" cy="369888"/>
          </a:xfrm>
        </p:spPr>
        <p:txBody>
          <a:bodyPr lIns="0" tIns="0" rIns="0" bIns="0" anchor="t"/>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Sort Method</a:t>
            </a:r>
          </a:p>
        </p:txBody>
      </p:sp>
      <p:sp>
        <p:nvSpPr>
          <p:cNvPr id="104451" name="Google Shape;805;g1cd17418977_0_542">
            <a:extLst>
              <a:ext uri="{FF2B5EF4-FFF2-40B4-BE49-F238E27FC236}">
                <a16:creationId xmlns:a16="http://schemas.microsoft.com/office/drawing/2014/main" id="{404CD7CF-FA40-F167-1363-AEEBDAD25696}"/>
              </a:ext>
            </a:extLst>
          </p:cNvPr>
          <p:cNvSpPr txBox="1">
            <a:spLocks noChangeArrowheads="1"/>
          </p:cNvSpPr>
          <p:nvPr/>
        </p:nvSpPr>
        <p:spPr bwMode="auto">
          <a:xfrm>
            <a:off x="687388" y="1322388"/>
            <a:ext cx="808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a:latin typeface="Trebuchet MS" panose="020B0603020202020204" pitchFamily="34" charset="0"/>
                <a:sym typeface="Trebuchet MS" panose="020B0603020202020204" pitchFamily="34" charset="0"/>
              </a:rPr>
              <a:t>To sort the documents from the Students collection in the </a:t>
            </a:r>
            <a:r>
              <a:rPr lang="en-US" altLang="en-US" sz="1800" b="1">
                <a:latin typeface="Trebuchet MS" panose="020B0603020202020204" pitchFamily="34" charset="0"/>
                <a:sym typeface="Trebuchet MS" panose="020B0603020202020204" pitchFamily="34" charset="0"/>
              </a:rPr>
              <a:t>ascending</a:t>
            </a:r>
            <a:r>
              <a:rPr lang="en-US" altLang="en-US" sz="1800">
                <a:latin typeface="Trebuchet MS" panose="020B0603020202020204" pitchFamily="34" charset="0"/>
                <a:sym typeface="Trebuchet MS" panose="020B0603020202020204" pitchFamily="34" charset="0"/>
              </a:rPr>
              <a:t> order of StudName.</a:t>
            </a:r>
          </a:p>
        </p:txBody>
      </p:sp>
      <p:sp>
        <p:nvSpPr>
          <p:cNvPr id="104452" name="Google Shape;806;g1cd17418977_0_542">
            <a:extLst>
              <a:ext uri="{FF2B5EF4-FFF2-40B4-BE49-F238E27FC236}">
                <a16:creationId xmlns:a16="http://schemas.microsoft.com/office/drawing/2014/main" id="{78CEBE43-1F13-7186-F9BE-B889CF8B6FFA}"/>
              </a:ext>
            </a:extLst>
          </p:cNvPr>
          <p:cNvSpPr txBox="1">
            <a:spLocks noChangeArrowheads="1"/>
          </p:cNvSpPr>
          <p:nvPr/>
        </p:nvSpPr>
        <p:spPr bwMode="auto">
          <a:xfrm>
            <a:off x="687388" y="2135188"/>
            <a:ext cx="8247062"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b="1">
                <a:latin typeface="Trebuchet MS" panose="020B0603020202020204" pitchFamily="34" charset="0"/>
                <a:sym typeface="Trebuchet MS" panose="020B0603020202020204" pitchFamily="34" charset="0"/>
              </a:rPr>
              <a:t>db.Students.find().sort({StudName:1})</a:t>
            </a:r>
          </a:p>
        </p:txBody>
      </p:sp>
      <p:sp>
        <p:nvSpPr>
          <p:cNvPr id="104453" name="Google Shape;807;g1cd17418977_0_542">
            <a:extLst>
              <a:ext uri="{FF2B5EF4-FFF2-40B4-BE49-F238E27FC236}">
                <a16:creationId xmlns:a16="http://schemas.microsoft.com/office/drawing/2014/main" id="{14B1AE3A-9D18-1C41-16EF-C8CFB7140B60}"/>
              </a:ext>
            </a:extLst>
          </p:cNvPr>
          <p:cNvSpPr txBox="1">
            <a:spLocks noChangeArrowheads="1"/>
          </p:cNvSpPr>
          <p:nvPr/>
        </p:nvSpPr>
        <p:spPr bwMode="auto">
          <a:xfrm>
            <a:off x="896938" y="4381500"/>
            <a:ext cx="80899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a:latin typeface="Trebuchet MS" panose="020B0603020202020204" pitchFamily="34" charset="0"/>
                <a:sym typeface="Trebuchet MS" panose="020B0603020202020204" pitchFamily="34" charset="0"/>
              </a:rPr>
              <a:t>To sort the documents from the Students collection in the </a:t>
            </a:r>
            <a:r>
              <a:rPr lang="en-US" altLang="en-US" sz="1800" b="1">
                <a:latin typeface="Trebuchet MS" panose="020B0603020202020204" pitchFamily="34" charset="0"/>
                <a:sym typeface="Trebuchet MS" panose="020B0603020202020204" pitchFamily="34" charset="0"/>
              </a:rPr>
              <a:t>descending </a:t>
            </a:r>
            <a:r>
              <a:rPr lang="en-US" altLang="en-US" sz="1800">
                <a:latin typeface="Trebuchet MS" panose="020B0603020202020204" pitchFamily="34" charset="0"/>
                <a:sym typeface="Trebuchet MS" panose="020B0603020202020204" pitchFamily="34" charset="0"/>
              </a:rPr>
              <a:t>order of StudName.</a:t>
            </a:r>
          </a:p>
        </p:txBody>
      </p:sp>
      <p:sp>
        <p:nvSpPr>
          <p:cNvPr id="104454" name="Google Shape;808;g1cd17418977_0_542">
            <a:extLst>
              <a:ext uri="{FF2B5EF4-FFF2-40B4-BE49-F238E27FC236}">
                <a16:creationId xmlns:a16="http://schemas.microsoft.com/office/drawing/2014/main" id="{8DC6E176-0EC9-28D9-552E-B5AA5E7D4E1F}"/>
              </a:ext>
            </a:extLst>
          </p:cNvPr>
          <p:cNvSpPr txBox="1">
            <a:spLocks noChangeArrowheads="1"/>
          </p:cNvSpPr>
          <p:nvPr/>
        </p:nvSpPr>
        <p:spPr bwMode="auto">
          <a:xfrm>
            <a:off x="896938" y="5610225"/>
            <a:ext cx="8247062" cy="26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b="1">
                <a:latin typeface="Trebuchet MS" panose="020B0603020202020204" pitchFamily="34" charset="0"/>
                <a:sym typeface="Trebuchet MS" panose="020B0603020202020204" pitchFamily="34" charset="0"/>
              </a:rPr>
              <a:t>db.Students.find().sort({StudName:-1})</a:t>
            </a:r>
          </a:p>
        </p:txBody>
      </p:sp>
      <p:pic>
        <p:nvPicPr>
          <p:cNvPr id="104455" name="Google Shape;809;g1cd17418977_0_542" descr="Google Shape;809;g1cd17418977_0_542">
            <a:extLst>
              <a:ext uri="{FF2B5EF4-FFF2-40B4-BE49-F238E27FC236}">
                <a16:creationId xmlns:a16="http://schemas.microsoft.com/office/drawing/2014/main" id="{FDACA78D-5494-325A-3EEC-DEC9580AEF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350" y="2565400"/>
            <a:ext cx="4384675"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104456" name="Google Shape;810;g1cd17418977_0_542" descr="Google Shape;810;g1cd17418977_0_542">
            <a:extLst>
              <a:ext uri="{FF2B5EF4-FFF2-40B4-BE49-F238E27FC236}">
                <a16:creationId xmlns:a16="http://schemas.microsoft.com/office/drawing/2014/main" id="{0173F474-934C-8F7F-7946-85A70F5281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6888" y="4641850"/>
            <a:ext cx="2119312"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D0C2EE48-A19C-AD89-8793-0AD0CFED004C}"/>
              </a:ext>
            </a:extLst>
          </p:cNvPr>
          <p:cNvSpPr>
            <a:spLocks noGrp="1"/>
          </p:cNvSpPr>
          <p:nvPr>
            <p:ph type="sldNum" sz="quarter" idx="10"/>
          </p:nvPr>
        </p:nvSpPr>
        <p:spPr/>
        <p:txBody>
          <a:bodyPr/>
          <a:lstStyle/>
          <a:p>
            <a:fld id="{E41E8F01-B894-4207-BB9D-200711BC0260}" type="slidenum">
              <a:rPr lang="en-US" altLang="en-US" smtClean="0"/>
              <a:pPr/>
              <a:t>84</a:t>
            </a:fld>
            <a:endParaRPr lang="en-US" altLang="en-US"/>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Google Shape;816;g1d2b8a7a864_0_195">
            <a:extLst>
              <a:ext uri="{FF2B5EF4-FFF2-40B4-BE49-F238E27FC236}">
                <a16:creationId xmlns:a16="http://schemas.microsoft.com/office/drawing/2014/main" id="{FD8BAF30-BACB-000A-C3FB-4E9E0D34E0A1}"/>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Remove data</a:t>
            </a:r>
          </a:p>
        </p:txBody>
      </p:sp>
      <p:sp>
        <p:nvSpPr>
          <p:cNvPr id="105475" name="Google Shape;817;g1d2b8a7a864_0_195">
            <a:extLst>
              <a:ext uri="{FF2B5EF4-FFF2-40B4-BE49-F238E27FC236}">
                <a16:creationId xmlns:a16="http://schemas.microsoft.com/office/drawing/2014/main" id="{47C6158C-1F6B-47D1-00A6-843422C97768}"/>
              </a:ext>
            </a:extLst>
          </p:cNvPr>
          <p:cNvSpPr txBox="1">
            <a:spLocks noGrp="1" noChangeArrowheads="1"/>
          </p:cNvSpPr>
          <p:nvPr>
            <p:ph type="body" idx="1"/>
          </p:nvPr>
        </p:nvSpPr>
        <p:spPr>
          <a:xfrm>
            <a:off x="100013" y="1219200"/>
            <a:ext cx="8948737" cy="5029200"/>
          </a:xfrm>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 db.Student.remove({"StudName":"saurav"})</a:t>
            </a:r>
          </a:p>
          <a:p>
            <a:pPr marL="0" indent="0" eaLnBrk="1" hangingPunct="1">
              <a:buSzTx/>
              <a:buFont typeface="Helvetica" panose="020B0604020202020204" pitchFamily="34" charset="0"/>
              <a:buNone/>
            </a:pPr>
            <a:endParaRPr lang="en-US" altLang="en-US">
              <a:latin typeface="Verdana" panose="020B0604030504040204" pitchFamily="34" charset="0"/>
              <a:ea typeface="Verdana" panose="020B0604030504040204" pitchFamily="34" charset="0"/>
              <a:cs typeface="Verdana" panose="020B0604030504040204" pitchFamily="34" charset="0"/>
            </a:endParaRPr>
          </a:p>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db.student.find({"StudName":"saurav"});</a:t>
            </a:r>
          </a:p>
        </p:txBody>
      </p:sp>
      <p:sp>
        <p:nvSpPr>
          <p:cNvPr id="105476" name="Google Shape;818;g1d2b8a7a864_0_195">
            <a:extLst>
              <a:ext uri="{FF2B5EF4-FFF2-40B4-BE49-F238E27FC236}">
                <a16:creationId xmlns:a16="http://schemas.microsoft.com/office/drawing/2014/main" id="{6702D724-5CC3-CA19-D9D6-880BF170A648}"/>
              </a:ext>
            </a:extLst>
          </p:cNvPr>
          <p:cNvSpPr>
            <a:spLocks noGrp="1" noChangeArrowheads="1"/>
          </p:cNvSpPr>
          <p:nvPr>
            <p:ph type="sldNum" sz="quarter" idx="10"/>
          </p:nvPr>
        </p:nvSpPr>
        <p:spPr>
          <a:noFill/>
        </p:spPr>
        <p:txBody>
          <a:bodyPr/>
          <a:lstStyle/>
          <a:p>
            <a:fld id="{88FC1D0B-7553-4E53-8E48-9EE1A1B81885}" type="slidenum">
              <a:rPr lang="en-US" altLang="en-US"/>
              <a:pPr/>
              <a:t>85</a:t>
            </a:fld>
            <a:endParaRPr lang="en-US" altLang="en-US"/>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Google Shape;824;g1d2b8a7a864_0_205">
            <a:extLst>
              <a:ext uri="{FF2B5EF4-FFF2-40B4-BE49-F238E27FC236}">
                <a16:creationId xmlns:a16="http://schemas.microsoft.com/office/drawing/2014/main" id="{00ACB783-686B-C34B-041E-D0A4149CD67D}"/>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Display using Limit </a:t>
            </a:r>
          </a:p>
        </p:txBody>
      </p:sp>
      <p:sp>
        <p:nvSpPr>
          <p:cNvPr id="106499" name="Google Shape;825;g1d2b8a7a864_0_205">
            <a:extLst>
              <a:ext uri="{FF2B5EF4-FFF2-40B4-BE49-F238E27FC236}">
                <a16:creationId xmlns:a16="http://schemas.microsoft.com/office/drawing/2014/main" id="{037E9FD5-0526-B4C1-3986-511AB429A835}"/>
              </a:ext>
            </a:extLst>
          </p:cNvPr>
          <p:cNvSpPr txBox="1">
            <a:spLocks noGrp="1" noChangeArrowheads="1"/>
          </p:cNvSpPr>
          <p:nvPr>
            <p:ph type="body" idx="1"/>
          </p:nvPr>
        </p:nvSpPr>
        <p:spPr>
          <a:xfrm>
            <a:off x="100013" y="1219200"/>
            <a:ext cx="8948737" cy="5029200"/>
          </a:xfrm>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 </a:t>
            </a:r>
          </a:p>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db.Student.find().limit(2)</a:t>
            </a:r>
          </a:p>
        </p:txBody>
      </p:sp>
      <p:sp>
        <p:nvSpPr>
          <p:cNvPr id="106500" name="Google Shape;826;g1d2b8a7a864_0_205">
            <a:extLst>
              <a:ext uri="{FF2B5EF4-FFF2-40B4-BE49-F238E27FC236}">
                <a16:creationId xmlns:a16="http://schemas.microsoft.com/office/drawing/2014/main" id="{118A5E9B-EF7E-2143-C842-03C96955ABF6}"/>
              </a:ext>
            </a:extLst>
          </p:cNvPr>
          <p:cNvSpPr>
            <a:spLocks noGrp="1" noChangeArrowheads="1"/>
          </p:cNvSpPr>
          <p:nvPr>
            <p:ph type="sldNum" sz="quarter" idx="10"/>
          </p:nvPr>
        </p:nvSpPr>
        <p:spPr>
          <a:noFill/>
        </p:spPr>
        <p:txBody>
          <a:bodyPr/>
          <a:lstStyle/>
          <a:p>
            <a:fld id="{A44EF430-21BA-4734-BFE1-1AE1055934AA}" type="slidenum">
              <a:rPr lang="en-US" altLang="en-US"/>
              <a:pPr/>
              <a:t>86</a:t>
            </a:fld>
            <a:endParaRPr lang="en-US" altLang="en-US"/>
          </a:p>
        </p:txBody>
      </p:sp>
      <p:pic>
        <p:nvPicPr>
          <p:cNvPr id="106501" name="Google Shape;827;g1d2b8a7a864_0_205" descr="Google Shape;827;g1d2b8a7a864_0_205">
            <a:extLst>
              <a:ext uri="{FF2B5EF4-FFF2-40B4-BE49-F238E27FC236}">
                <a16:creationId xmlns:a16="http://schemas.microsoft.com/office/drawing/2014/main" id="{B7FE31CD-757C-8C0E-5ED8-E49E1ACE1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6413" y="2519363"/>
            <a:ext cx="6118225" cy="263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Google Shape;833;g1f685ef6d38_0_1273">
            <a:extLst>
              <a:ext uri="{FF2B5EF4-FFF2-40B4-BE49-F238E27FC236}">
                <a16:creationId xmlns:a16="http://schemas.microsoft.com/office/drawing/2014/main" id="{21C59368-4965-2CFC-F2AD-26EF05D58527}"/>
              </a:ext>
            </a:extLst>
          </p:cNvPr>
          <p:cNvSpPr txBox="1">
            <a:spLocks noGrp="1" noChangeArrowheads="1"/>
          </p:cNvSpPr>
          <p:nvPr>
            <p:ph type="title"/>
          </p:nvPr>
        </p:nvSpPr>
        <p:spPr/>
        <p:txBody>
          <a:bodyPr/>
          <a:lstStyle/>
          <a:p>
            <a:pPr eaLnBrk="1" hangingPunct="1"/>
            <a:r>
              <a:rPr lang="en-US" altLang="en-US" sz="2800">
                <a:latin typeface="Verdana" panose="020B0604030504040204" pitchFamily="34" charset="0"/>
                <a:ea typeface="Verdana" panose="020B0604030504040204" pitchFamily="34" charset="0"/>
                <a:cs typeface="Verdana" panose="020B0604030504040204" pitchFamily="34" charset="0"/>
              </a:rPr>
              <a:t>Aggregate Function in MongoDb (example)</a:t>
            </a:r>
          </a:p>
        </p:txBody>
      </p:sp>
      <p:sp>
        <p:nvSpPr>
          <p:cNvPr id="107523" name="Google Shape;834;g1f685ef6d38_0_1273">
            <a:extLst>
              <a:ext uri="{FF2B5EF4-FFF2-40B4-BE49-F238E27FC236}">
                <a16:creationId xmlns:a16="http://schemas.microsoft.com/office/drawing/2014/main" id="{BF1E3CDC-8174-F2A0-C04C-816917673174}"/>
              </a:ext>
            </a:extLst>
          </p:cNvPr>
          <p:cNvSpPr>
            <a:spLocks noGrp="1" noChangeArrowheads="1"/>
          </p:cNvSpPr>
          <p:nvPr>
            <p:ph type="sldNum" sz="quarter" idx="10"/>
          </p:nvPr>
        </p:nvSpPr>
        <p:spPr>
          <a:noFill/>
        </p:spPr>
        <p:txBody>
          <a:bodyPr/>
          <a:lstStyle/>
          <a:p>
            <a:fld id="{94406F2B-0D9A-4BC8-BE9E-9B26680DAA20}" type="slidenum">
              <a:rPr lang="en-US" altLang="en-US"/>
              <a:pPr/>
              <a:t>87</a:t>
            </a:fld>
            <a:endParaRPr lang="en-US" altLang="en-US"/>
          </a:p>
        </p:txBody>
      </p:sp>
      <p:pic>
        <p:nvPicPr>
          <p:cNvPr id="107524" name="Google Shape;835;g1f685ef6d38_0_1273" descr="Google Shape;835;g1f685ef6d38_0_1273">
            <a:extLst>
              <a:ext uri="{FF2B5EF4-FFF2-40B4-BE49-F238E27FC236}">
                <a16:creationId xmlns:a16="http://schemas.microsoft.com/office/drawing/2014/main" id="{90015389-A9CA-D856-902D-4BAF34B1FF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950" y="1219200"/>
            <a:ext cx="6956425"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Google Shape;841;g1f685ef6d38_0_1474">
            <a:extLst>
              <a:ext uri="{FF2B5EF4-FFF2-40B4-BE49-F238E27FC236}">
                <a16:creationId xmlns:a16="http://schemas.microsoft.com/office/drawing/2014/main" id="{D7660162-66E8-0079-3D44-1068B1A4ED9E}"/>
              </a:ext>
            </a:extLst>
          </p:cNvPr>
          <p:cNvSpPr txBox="1">
            <a:spLocks noGrp="1" noChangeArrowheads="1"/>
          </p:cNvSpPr>
          <p:nvPr>
            <p:ph type="title"/>
          </p:nvPr>
        </p:nvSpPr>
        <p:spPr/>
        <p:txBody>
          <a:bodyPr/>
          <a:lstStyle/>
          <a:p>
            <a:pPr eaLnBrk="1" hangingPunct="1">
              <a:lnSpc>
                <a:spcPct val="115000"/>
              </a:lnSpc>
              <a:spcBef>
                <a:spcPts val="1500"/>
              </a:spcBef>
            </a:pPr>
            <a:r>
              <a:rPr lang="en-US" altLang="en-US">
                <a:latin typeface="Verdana" panose="020B0604030504040204" pitchFamily="34" charset="0"/>
                <a:ea typeface="Verdana" panose="020B0604030504040204" pitchFamily="34" charset="0"/>
                <a:cs typeface="Verdana" panose="020B0604030504040204" pitchFamily="34" charset="0"/>
              </a:rPr>
              <a:t>Aggregation</a:t>
            </a:r>
          </a:p>
        </p:txBody>
      </p:sp>
      <p:sp>
        <p:nvSpPr>
          <p:cNvPr id="684" name="Google Shape;842;g1f685ef6d38_0_1474">
            <a:extLst>
              <a:ext uri="{FF2B5EF4-FFF2-40B4-BE49-F238E27FC236}">
                <a16:creationId xmlns:a16="http://schemas.microsoft.com/office/drawing/2014/main" id="{91A4DB29-B6FA-B555-F369-BEF5709DEEA8}"/>
              </a:ext>
            </a:extLst>
          </p:cNvPr>
          <p:cNvSpPr txBox="1">
            <a:spLocks noGrp="1"/>
          </p:cNvSpPr>
          <p:nvPr>
            <p:ph type="body" idx="1"/>
          </p:nvPr>
        </p:nvSpPr>
        <p:spPr/>
        <p:txBody>
          <a:bodyPr>
            <a:normAutofit/>
          </a:bodyPr>
          <a:lstStyle/>
          <a:p>
            <a:pPr indent="-374650" algn="just" eaLnBrk="1" fontAlgn="auto" hangingPunct="1">
              <a:lnSpc>
                <a:spcPct val="115000"/>
              </a:lnSpc>
              <a:spcBef>
                <a:spcPts val="0"/>
              </a:spcBef>
              <a:spcAft>
                <a:spcPts val="0"/>
              </a:spcAft>
              <a:buClr>
                <a:srgbClr val="404040"/>
              </a:buClr>
              <a:buSzPts val="2300"/>
              <a:buFont typeface="Arial"/>
              <a:buChar char="-"/>
              <a:defRPr sz="2300" b="1">
                <a:solidFill>
                  <a:srgbClr val="404040"/>
                </a:solidFill>
                <a:latin typeface="+mj-lt"/>
                <a:ea typeface="+mj-ea"/>
                <a:cs typeface="+mj-cs"/>
                <a:sym typeface="Arial"/>
              </a:defRPr>
            </a:pPr>
            <a:r>
              <a:rPr sz="2300" b="1">
                <a:solidFill>
                  <a:srgbClr val="404040"/>
                </a:solidFill>
                <a:latin typeface="+mj-lt"/>
                <a:ea typeface="+mj-ea"/>
                <a:cs typeface="+mj-cs"/>
                <a:sym typeface="Arial"/>
              </a:rPr>
              <a:t>Aggregation</a:t>
            </a:r>
            <a:r>
              <a:rPr sz="2300">
                <a:solidFill>
                  <a:srgbClr val="404040"/>
                </a:solidFill>
                <a:latin typeface="+mj-lt"/>
                <a:ea typeface="+mj-ea"/>
                <a:cs typeface="+mj-cs"/>
                <a:sym typeface="Arial"/>
              </a:rPr>
              <a:t> is a way of processing a large number of documents in a collection by means of passing them through different stages. </a:t>
            </a:r>
          </a:p>
          <a:p>
            <a:pPr indent="-374650" algn="just" eaLnBrk="1" fontAlgn="auto" hangingPunct="1">
              <a:lnSpc>
                <a:spcPct val="115000"/>
              </a:lnSpc>
              <a:spcBef>
                <a:spcPts val="0"/>
              </a:spcBef>
              <a:spcAft>
                <a:spcPts val="0"/>
              </a:spcAft>
              <a:buClr>
                <a:srgbClr val="404040"/>
              </a:buClr>
              <a:buSzPts val="2300"/>
              <a:buFont typeface="Arial"/>
              <a:buChar char="-"/>
              <a:defRPr sz="2300">
                <a:solidFill>
                  <a:srgbClr val="404040"/>
                </a:solidFill>
                <a:latin typeface="+mj-lt"/>
                <a:ea typeface="+mj-ea"/>
                <a:cs typeface="+mj-cs"/>
                <a:sym typeface="Arial"/>
              </a:defRPr>
            </a:pPr>
            <a:r>
              <a:rPr sz="2300">
                <a:solidFill>
                  <a:srgbClr val="404040"/>
                </a:solidFill>
                <a:latin typeface="+mj-lt"/>
                <a:ea typeface="+mj-ea"/>
                <a:cs typeface="+mj-cs"/>
                <a:sym typeface="Arial"/>
              </a:rPr>
              <a:t>The stages make up what is known as a pipeline. The stages in a pipeline can filter, sort, group, reshape and modify documents that pass through the pipeline.</a:t>
            </a:r>
          </a:p>
          <a:p>
            <a:pPr indent="-374650" algn="just" eaLnBrk="1" fontAlgn="auto" hangingPunct="1">
              <a:lnSpc>
                <a:spcPct val="115000"/>
              </a:lnSpc>
              <a:spcBef>
                <a:spcPts val="0"/>
              </a:spcBef>
              <a:spcAft>
                <a:spcPts val="0"/>
              </a:spcAft>
              <a:buClr>
                <a:srgbClr val="404040"/>
              </a:buClr>
              <a:buSzPts val="2300"/>
              <a:buFont typeface="Arial"/>
              <a:buChar char="-"/>
              <a:defRPr sz="2300">
                <a:solidFill>
                  <a:srgbClr val="404040"/>
                </a:solidFill>
                <a:latin typeface="+mj-lt"/>
                <a:ea typeface="+mj-ea"/>
                <a:cs typeface="+mj-cs"/>
                <a:sym typeface="Arial"/>
              </a:defRPr>
            </a:pPr>
            <a:r>
              <a:rPr sz="2300">
                <a:solidFill>
                  <a:srgbClr val="404040"/>
                </a:solidFill>
                <a:latin typeface="+mj-lt"/>
                <a:ea typeface="+mj-ea"/>
                <a:cs typeface="+mj-cs"/>
                <a:sym typeface="Arial"/>
              </a:rPr>
              <a:t>One of the most common use cases of Aggregation is to calculate aggregate values for groups of documents.</a:t>
            </a:r>
          </a:p>
        </p:txBody>
      </p:sp>
      <p:sp>
        <p:nvSpPr>
          <p:cNvPr id="108548" name="Google Shape;843;g1f685ef6d38_0_1474">
            <a:extLst>
              <a:ext uri="{FF2B5EF4-FFF2-40B4-BE49-F238E27FC236}">
                <a16:creationId xmlns:a16="http://schemas.microsoft.com/office/drawing/2014/main" id="{583FBABC-786E-4938-E62B-4A8767EEED0D}"/>
              </a:ext>
            </a:extLst>
          </p:cNvPr>
          <p:cNvSpPr>
            <a:spLocks noGrp="1" noChangeArrowheads="1"/>
          </p:cNvSpPr>
          <p:nvPr>
            <p:ph type="sldNum" sz="quarter" idx="10"/>
          </p:nvPr>
        </p:nvSpPr>
        <p:spPr>
          <a:noFill/>
        </p:spPr>
        <p:txBody>
          <a:bodyPr/>
          <a:lstStyle/>
          <a:p>
            <a:fld id="{E05CD85A-3F86-44F0-B509-460F581E9CE7}" type="slidenum">
              <a:rPr lang="en-US" altLang="en-US"/>
              <a:pPr/>
              <a:t>88</a:t>
            </a:fld>
            <a:endParaRPr lang="en-US" altLang="en-US"/>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Google Shape;849;g1f685ef6d38_0_1482">
            <a:extLst>
              <a:ext uri="{FF2B5EF4-FFF2-40B4-BE49-F238E27FC236}">
                <a16:creationId xmlns:a16="http://schemas.microsoft.com/office/drawing/2014/main" id="{7FE64E26-06B9-2AA9-4015-5C7952E279EA}"/>
              </a:ext>
            </a:extLst>
          </p:cNvPr>
          <p:cNvSpPr txBox="1">
            <a:spLocks noGrp="1" noChangeArrowheads="1"/>
          </p:cNvSpPr>
          <p:nvPr>
            <p:ph type="title"/>
          </p:nvPr>
        </p:nvSpPr>
        <p:spPr/>
        <p:txBody>
          <a:bodyPr/>
          <a:lstStyle/>
          <a:p>
            <a:pPr eaLnBrk="1" hangingPunct="1"/>
            <a:r>
              <a:rPr lang="en-US" altLang="en-US" sz="2300">
                <a:latin typeface="Verdana" panose="020B0604030504040204" pitchFamily="34" charset="0"/>
                <a:ea typeface="Verdana" panose="020B0604030504040204" pitchFamily="34" charset="0"/>
                <a:cs typeface="Verdana" panose="020B0604030504040204" pitchFamily="34" charset="0"/>
              </a:rPr>
              <a:t>How does the MongoDB aggregation pipeline work?</a:t>
            </a:r>
          </a:p>
        </p:txBody>
      </p:sp>
      <p:sp>
        <p:nvSpPr>
          <p:cNvPr id="109571" name="Google Shape;850;g1f685ef6d38_0_1482">
            <a:extLst>
              <a:ext uri="{FF2B5EF4-FFF2-40B4-BE49-F238E27FC236}">
                <a16:creationId xmlns:a16="http://schemas.microsoft.com/office/drawing/2014/main" id="{7A62487D-D0DA-1E7F-F2D6-BD093AEF7EA3}"/>
              </a:ext>
            </a:extLst>
          </p:cNvPr>
          <p:cNvSpPr>
            <a:spLocks noGrp="1" noChangeArrowheads="1"/>
          </p:cNvSpPr>
          <p:nvPr>
            <p:ph type="sldNum" sz="quarter" idx="10"/>
          </p:nvPr>
        </p:nvSpPr>
        <p:spPr>
          <a:noFill/>
        </p:spPr>
        <p:txBody>
          <a:bodyPr/>
          <a:lstStyle/>
          <a:p>
            <a:fld id="{AC3E3390-4CA0-4DD6-9EE7-9CBBEC411662}" type="slidenum">
              <a:rPr lang="en-US" altLang="en-US"/>
              <a:pPr/>
              <a:t>89</a:t>
            </a:fld>
            <a:endParaRPr lang="en-US" altLang="en-US"/>
          </a:p>
        </p:txBody>
      </p:sp>
      <p:pic>
        <p:nvPicPr>
          <p:cNvPr id="109572" name="Google Shape;851;g1f685ef6d38_0_1482" descr="Google Shape;851;g1f685ef6d38_0_1482">
            <a:extLst>
              <a:ext uri="{FF2B5EF4-FFF2-40B4-BE49-F238E27FC236}">
                <a16:creationId xmlns:a16="http://schemas.microsoft.com/office/drawing/2014/main" id="{1434FE78-7060-A6F6-2FAE-7CE319FA3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66800"/>
            <a:ext cx="7886700"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09573" name="Google Shape;852;g1f685ef6d38_0_1482">
            <a:extLst>
              <a:ext uri="{FF2B5EF4-FFF2-40B4-BE49-F238E27FC236}">
                <a16:creationId xmlns:a16="http://schemas.microsoft.com/office/drawing/2014/main" id="{FD6AF2B5-8B78-5A12-0152-60425B7C1A81}"/>
              </a:ext>
            </a:extLst>
          </p:cNvPr>
          <p:cNvSpPr txBox="1">
            <a:spLocks noChangeArrowheads="1"/>
          </p:cNvSpPr>
          <p:nvPr/>
        </p:nvSpPr>
        <p:spPr bwMode="auto">
          <a:xfrm>
            <a:off x="704850" y="3381375"/>
            <a:ext cx="8001000"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lvl1pPr marL="457200" indent="-3302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lnSpc>
                <a:spcPct val="115000"/>
              </a:lnSpc>
              <a:buClr>
                <a:srgbClr val="404040"/>
              </a:buClr>
              <a:buSzPts val="2000"/>
              <a:buFont typeface="Arial" panose="020B0604020202020204" pitchFamily="34" charset="0"/>
              <a:buChar char="●"/>
            </a:pPr>
            <a:r>
              <a:rPr lang="en-US" altLang="en-US" sz="2000" b="1">
                <a:solidFill>
                  <a:srgbClr val="595959"/>
                </a:solidFill>
                <a:latin typeface="Courier New" panose="02070309020205020404" pitchFamily="49" charset="0"/>
                <a:cs typeface="Courier New" panose="02070309020205020404" pitchFamily="49" charset="0"/>
                <a:sym typeface="Courier New" panose="02070309020205020404" pitchFamily="49" charset="0"/>
              </a:rPr>
              <a:t>$match</a:t>
            </a:r>
            <a:r>
              <a:rPr lang="en-US" altLang="en-US" sz="2000" b="1">
                <a:solidFill>
                  <a:srgbClr val="404040"/>
                </a:solidFill>
              </a:rPr>
              <a:t> stage</a:t>
            </a:r>
            <a:r>
              <a:rPr lang="en-US" altLang="en-US" sz="2000">
                <a:solidFill>
                  <a:srgbClr val="404040"/>
                </a:solidFill>
              </a:rPr>
              <a:t> </a:t>
            </a:r>
            <a:r>
              <a:rPr lang="en-US" altLang="en-US" sz="1600">
                <a:solidFill>
                  <a:srgbClr val="404040"/>
                </a:solidFill>
              </a:rPr>
              <a:t>– filters those documents we need to work with, those that fit our needs</a:t>
            </a:r>
            <a:endParaRPr lang="en-US" altLang="en-US" sz="1600" b="1">
              <a:solidFill>
                <a:srgbClr val="404040"/>
              </a:solidFill>
              <a:latin typeface="Courier New" panose="02070309020205020404" pitchFamily="49" charset="0"/>
              <a:cs typeface="Courier New" panose="02070309020205020404" pitchFamily="49" charset="0"/>
              <a:sym typeface="Courier New" panose="02070309020205020404" pitchFamily="49" charset="0"/>
            </a:endParaRPr>
          </a:p>
          <a:p>
            <a:pPr eaLnBrk="1">
              <a:lnSpc>
                <a:spcPct val="115000"/>
              </a:lnSpc>
              <a:buClr>
                <a:srgbClr val="404040"/>
              </a:buClr>
              <a:buSzPts val="2000"/>
              <a:buFont typeface="Arial" panose="020B0604020202020204" pitchFamily="34" charset="0"/>
              <a:buChar char="●"/>
            </a:pPr>
            <a:r>
              <a:rPr lang="en-US" altLang="en-US" sz="2000" b="1">
                <a:solidFill>
                  <a:srgbClr val="595959"/>
                </a:solidFill>
                <a:latin typeface="Courier New" panose="02070309020205020404" pitchFamily="49" charset="0"/>
                <a:cs typeface="Courier New" panose="02070309020205020404" pitchFamily="49" charset="0"/>
                <a:sym typeface="Courier New" panose="02070309020205020404" pitchFamily="49" charset="0"/>
              </a:rPr>
              <a:t>$group</a:t>
            </a:r>
            <a:r>
              <a:rPr lang="en-US" altLang="en-US" sz="2000" b="1">
                <a:solidFill>
                  <a:srgbClr val="404040"/>
                </a:solidFill>
              </a:rPr>
              <a:t> stage</a:t>
            </a:r>
            <a:r>
              <a:rPr lang="en-US" altLang="en-US" sz="1600">
                <a:solidFill>
                  <a:srgbClr val="404040"/>
                </a:solidFill>
              </a:rPr>
              <a:t> – does the aggregation job</a:t>
            </a:r>
            <a:endParaRPr lang="en-US" altLang="en-US" sz="1600" b="1">
              <a:solidFill>
                <a:srgbClr val="404040"/>
              </a:solidFill>
              <a:latin typeface="Courier New" panose="02070309020205020404" pitchFamily="49" charset="0"/>
              <a:cs typeface="Courier New" panose="02070309020205020404" pitchFamily="49" charset="0"/>
              <a:sym typeface="Courier New" panose="02070309020205020404" pitchFamily="49" charset="0"/>
            </a:endParaRPr>
          </a:p>
          <a:p>
            <a:pPr eaLnBrk="1">
              <a:lnSpc>
                <a:spcPct val="115000"/>
              </a:lnSpc>
              <a:buClr>
                <a:srgbClr val="404040"/>
              </a:buClr>
              <a:buSzPts val="2000"/>
              <a:buFont typeface="Arial" panose="020B0604020202020204" pitchFamily="34" charset="0"/>
              <a:buChar char="●"/>
            </a:pPr>
            <a:r>
              <a:rPr lang="en-US" altLang="en-US" sz="2000" b="1">
                <a:solidFill>
                  <a:srgbClr val="595959"/>
                </a:solidFill>
                <a:latin typeface="Courier New" panose="02070309020205020404" pitchFamily="49" charset="0"/>
                <a:cs typeface="Courier New" panose="02070309020205020404" pitchFamily="49" charset="0"/>
                <a:sym typeface="Courier New" panose="02070309020205020404" pitchFamily="49" charset="0"/>
              </a:rPr>
              <a:t>$sort</a:t>
            </a:r>
            <a:r>
              <a:rPr lang="en-US" altLang="en-US" sz="2000" b="1">
                <a:solidFill>
                  <a:srgbClr val="404040"/>
                </a:solidFill>
              </a:rPr>
              <a:t>  stage</a:t>
            </a:r>
            <a:r>
              <a:rPr lang="en-US" altLang="en-US" sz="1600">
                <a:solidFill>
                  <a:srgbClr val="404040"/>
                </a:solidFill>
              </a:rPr>
              <a:t> – sorts the resulting documents the way we require (ascending or descending)</a:t>
            </a:r>
          </a:p>
        </p:txBody>
      </p:sp>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Google Shape;858;g1f685ef6d38_0_1494">
            <a:extLst>
              <a:ext uri="{FF2B5EF4-FFF2-40B4-BE49-F238E27FC236}">
                <a16:creationId xmlns:a16="http://schemas.microsoft.com/office/drawing/2014/main" id="{C9F95D03-91B6-E002-C922-99609007733D}"/>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MongoDB aggregate pipeline syntax</a:t>
            </a:r>
          </a:p>
        </p:txBody>
      </p:sp>
      <p:sp>
        <p:nvSpPr>
          <p:cNvPr id="693" name="Google Shape;859;g1f685ef6d38_0_1494">
            <a:extLst>
              <a:ext uri="{FF2B5EF4-FFF2-40B4-BE49-F238E27FC236}">
                <a16:creationId xmlns:a16="http://schemas.microsoft.com/office/drawing/2014/main" id="{0BF4CF04-1A13-E610-1AD0-51F2B99A47D1}"/>
              </a:ext>
            </a:extLst>
          </p:cNvPr>
          <p:cNvSpPr txBox="1">
            <a:spLocks noGrp="1"/>
          </p:cNvSpPr>
          <p:nvPr>
            <p:ph type="body" idx="1"/>
          </p:nvPr>
        </p:nvSpPr>
        <p:spPr/>
        <p:txBody>
          <a:bodyPr>
            <a:normAutofit/>
          </a:bodyPr>
          <a:lstStyle/>
          <a:p>
            <a:pPr marL="0" indent="0" eaLnBrk="1" fontAlgn="auto" hangingPunct="1">
              <a:lnSpc>
                <a:spcPct val="115000"/>
              </a:lnSpc>
              <a:spcBef>
                <a:spcPts val="0"/>
              </a:spcBef>
              <a:spcAft>
                <a:spcPts val="0"/>
              </a:spcAft>
              <a:buSzTx/>
              <a:buFont typeface="Helvetica"/>
              <a:buNone/>
              <a:defRPr sz="2200">
                <a:solidFill>
                  <a:srgbClr val="595959"/>
                </a:solidFill>
                <a:latin typeface="Courier New"/>
                <a:ea typeface="Courier New"/>
                <a:cs typeface="Courier New"/>
                <a:sym typeface="Courier New"/>
              </a:defRPr>
            </a:pPr>
            <a:r>
              <a:rPr sz="2200">
                <a:solidFill>
                  <a:srgbClr val="595959"/>
                </a:solidFill>
                <a:latin typeface="Courier New"/>
                <a:ea typeface="Courier New"/>
                <a:cs typeface="Courier New"/>
                <a:sym typeface="Courier New"/>
              </a:rPr>
              <a:t>db.</a:t>
            </a:r>
            <a:r>
              <a:rPr sz="2200" i="1">
                <a:solidFill>
                  <a:srgbClr val="595959"/>
                </a:solidFill>
                <a:latin typeface="Courier New"/>
                <a:ea typeface="Courier New"/>
                <a:cs typeface="Courier New"/>
                <a:sym typeface="Courier New"/>
              </a:rPr>
              <a:t>collectionName</a:t>
            </a:r>
            <a:r>
              <a:rPr sz="2200">
                <a:solidFill>
                  <a:srgbClr val="595959"/>
                </a:solidFill>
                <a:latin typeface="Courier New"/>
                <a:ea typeface="Courier New"/>
                <a:cs typeface="Courier New"/>
                <a:sym typeface="Courier New"/>
              </a:rPr>
              <a:t>.aggregate(</a:t>
            </a:r>
            <a:r>
              <a:rPr sz="2200" i="1">
                <a:solidFill>
                  <a:srgbClr val="595959"/>
                </a:solidFill>
                <a:latin typeface="Courier New"/>
                <a:ea typeface="Courier New"/>
                <a:cs typeface="Courier New"/>
                <a:sym typeface="Courier New"/>
              </a:rPr>
              <a:t>pipeline</a:t>
            </a:r>
            <a:r>
              <a:rPr sz="2200">
                <a:solidFill>
                  <a:srgbClr val="595959"/>
                </a:solidFill>
                <a:latin typeface="Courier New"/>
                <a:ea typeface="Courier New"/>
                <a:cs typeface="Courier New"/>
                <a:sym typeface="Courier New"/>
              </a:rPr>
              <a:t>, </a:t>
            </a:r>
            <a:r>
              <a:rPr sz="2200" i="1">
                <a:solidFill>
                  <a:srgbClr val="595959"/>
                </a:solidFill>
                <a:latin typeface="Courier New"/>
                <a:ea typeface="Courier New"/>
                <a:cs typeface="Courier New"/>
                <a:sym typeface="Courier New"/>
              </a:rPr>
              <a:t>options</a:t>
            </a:r>
            <a:r>
              <a:rPr sz="2200">
                <a:solidFill>
                  <a:srgbClr val="595959"/>
                </a:solidFill>
                <a:latin typeface="Courier New"/>
                <a:ea typeface="Courier New"/>
                <a:cs typeface="Courier New"/>
                <a:sym typeface="Courier New"/>
              </a:rPr>
              <a:t>)</a:t>
            </a:r>
            <a:r>
              <a:rPr sz="2200">
                <a:solidFill>
                  <a:srgbClr val="404040"/>
                </a:solidFill>
                <a:latin typeface="+mj-lt"/>
                <a:ea typeface="+mj-ea"/>
                <a:cs typeface="+mj-cs"/>
                <a:sym typeface="Arial"/>
              </a:rPr>
              <a:t>,</a:t>
            </a:r>
          </a:p>
          <a:p>
            <a:pPr indent="-368300" eaLnBrk="1" fontAlgn="auto" hangingPunct="1">
              <a:lnSpc>
                <a:spcPct val="115000"/>
              </a:lnSpc>
              <a:spcBef>
                <a:spcPts val="1500"/>
              </a:spcBef>
              <a:spcAft>
                <a:spcPts val="0"/>
              </a:spcAft>
              <a:buClr>
                <a:srgbClr val="404040"/>
              </a:buClr>
              <a:buSzPts val="2200"/>
              <a:buFont typeface="Arial"/>
              <a:buChar char="●"/>
              <a:defRPr sz="2200">
                <a:solidFill>
                  <a:srgbClr val="404040"/>
                </a:solidFill>
                <a:latin typeface="+mj-lt"/>
                <a:ea typeface="+mj-ea"/>
                <a:cs typeface="+mj-cs"/>
                <a:sym typeface="Arial"/>
              </a:defRPr>
            </a:pPr>
            <a:r>
              <a:rPr sz="2200">
                <a:solidFill>
                  <a:srgbClr val="404040"/>
                </a:solidFill>
                <a:latin typeface="+mj-lt"/>
                <a:ea typeface="+mj-ea"/>
                <a:cs typeface="+mj-cs"/>
                <a:sym typeface="Arial"/>
              </a:rPr>
              <a:t>where </a:t>
            </a:r>
            <a:r>
              <a:rPr sz="2200" i="1">
                <a:solidFill>
                  <a:srgbClr val="404040"/>
                </a:solidFill>
                <a:latin typeface="+mj-lt"/>
                <a:ea typeface="+mj-ea"/>
                <a:cs typeface="+mj-cs"/>
                <a:sym typeface="Arial"/>
              </a:rPr>
              <a:t>collectionName</a:t>
            </a:r>
            <a:r>
              <a:rPr sz="2200">
                <a:solidFill>
                  <a:srgbClr val="404040"/>
                </a:solidFill>
                <a:latin typeface="+mj-lt"/>
                <a:ea typeface="+mj-ea"/>
                <a:cs typeface="+mj-cs"/>
                <a:sym typeface="Arial"/>
              </a:rPr>
              <a:t> – is the name of a collection,</a:t>
            </a:r>
          </a:p>
          <a:p>
            <a:pPr indent="-368300" eaLnBrk="1" fontAlgn="auto" hangingPunct="1">
              <a:lnSpc>
                <a:spcPct val="115000"/>
              </a:lnSpc>
              <a:spcBef>
                <a:spcPts val="0"/>
              </a:spcBef>
              <a:spcAft>
                <a:spcPts val="0"/>
              </a:spcAft>
              <a:buClr>
                <a:srgbClr val="404040"/>
              </a:buClr>
              <a:buSzPts val="2200"/>
              <a:buFont typeface="Arial"/>
              <a:buChar char="●"/>
              <a:defRPr sz="2200" i="1">
                <a:solidFill>
                  <a:srgbClr val="404040"/>
                </a:solidFill>
                <a:latin typeface="+mj-lt"/>
                <a:ea typeface="+mj-ea"/>
                <a:cs typeface="+mj-cs"/>
                <a:sym typeface="Arial"/>
              </a:defRPr>
            </a:pPr>
            <a:r>
              <a:rPr sz="2200" i="1">
                <a:solidFill>
                  <a:srgbClr val="404040"/>
                </a:solidFill>
                <a:latin typeface="+mj-lt"/>
                <a:ea typeface="+mj-ea"/>
                <a:cs typeface="+mj-cs"/>
                <a:sym typeface="Arial"/>
              </a:rPr>
              <a:t>pipeline</a:t>
            </a:r>
            <a:r>
              <a:rPr sz="2200">
                <a:solidFill>
                  <a:srgbClr val="404040"/>
                </a:solidFill>
                <a:latin typeface="+mj-lt"/>
                <a:ea typeface="+mj-ea"/>
                <a:cs typeface="+mj-cs"/>
                <a:sym typeface="Arial"/>
              </a:rPr>
              <a:t> – is an array that contains the aggregation stages,</a:t>
            </a:r>
          </a:p>
          <a:p>
            <a:pPr indent="-368300" eaLnBrk="1" fontAlgn="auto" hangingPunct="1">
              <a:lnSpc>
                <a:spcPct val="115000"/>
              </a:lnSpc>
              <a:spcBef>
                <a:spcPts val="0"/>
              </a:spcBef>
              <a:spcAft>
                <a:spcPts val="0"/>
              </a:spcAft>
              <a:buClr>
                <a:srgbClr val="404040"/>
              </a:buClr>
              <a:buSzPts val="2200"/>
              <a:buFont typeface="Arial"/>
              <a:buChar char="●"/>
              <a:defRPr sz="2200" i="1">
                <a:solidFill>
                  <a:srgbClr val="404040"/>
                </a:solidFill>
                <a:latin typeface="+mj-lt"/>
                <a:ea typeface="+mj-ea"/>
                <a:cs typeface="+mj-cs"/>
                <a:sym typeface="Arial"/>
              </a:defRPr>
            </a:pPr>
            <a:r>
              <a:rPr sz="2200" i="1">
                <a:solidFill>
                  <a:srgbClr val="404040"/>
                </a:solidFill>
                <a:latin typeface="+mj-lt"/>
                <a:ea typeface="+mj-ea"/>
                <a:cs typeface="+mj-cs"/>
                <a:sym typeface="Arial"/>
              </a:rPr>
              <a:t>options</a:t>
            </a:r>
            <a:r>
              <a:rPr sz="2200">
                <a:solidFill>
                  <a:srgbClr val="404040"/>
                </a:solidFill>
                <a:latin typeface="+mj-lt"/>
                <a:ea typeface="+mj-ea"/>
                <a:cs typeface="+mj-cs"/>
                <a:sym typeface="Arial"/>
              </a:rPr>
              <a:t> – optional parameters for the aggregation </a:t>
            </a:r>
          </a:p>
        </p:txBody>
      </p:sp>
      <p:sp>
        <p:nvSpPr>
          <p:cNvPr id="110596" name="Google Shape;860;g1f685ef6d38_0_1494">
            <a:extLst>
              <a:ext uri="{FF2B5EF4-FFF2-40B4-BE49-F238E27FC236}">
                <a16:creationId xmlns:a16="http://schemas.microsoft.com/office/drawing/2014/main" id="{A218B2CA-82E2-7BD9-A6B6-B34675573C24}"/>
              </a:ext>
            </a:extLst>
          </p:cNvPr>
          <p:cNvSpPr>
            <a:spLocks noGrp="1" noChangeArrowheads="1"/>
          </p:cNvSpPr>
          <p:nvPr>
            <p:ph type="sldNum" sz="quarter" idx="10"/>
          </p:nvPr>
        </p:nvSpPr>
        <p:spPr>
          <a:noFill/>
        </p:spPr>
        <p:txBody>
          <a:bodyPr/>
          <a:lstStyle/>
          <a:p>
            <a:fld id="{302E7549-44C4-4C31-A36B-E7B75843CD4B}" type="slidenum">
              <a:rPr lang="en-US" altLang="en-US"/>
              <a:pPr/>
              <a:t>90</a:t>
            </a:fld>
            <a:endParaRPr lang="en-US" altLang="en-US"/>
          </a:p>
        </p:txBody>
      </p:sp>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Google Shape;866;g1f685ef6d38_0_1503">
            <a:extLst>
              <a:ext uri="{FF2B5EF4-FFF2-40B4-BE49-F238E27FC236}">
                <a16:creationId xmlns:a16="http://schemas.microsoft.com/office/drawing/2014/main" id="{23327953-0908-AD61-9C44-5B6A7332445E}"/>
              </a:ext>
            </a:extLst>
          </p:cNvPr>
          <p:cNvSpPr txBox="1">
            <a:spLocks noGrp="1" noChangeArrowheads="1"/>
          </p:cNvSpPr>
          <p:nvPr>
            <p:ph type="title"/>
          </p:nvPr>
        </p:nvSpPr>
        <p:spPr/>
        <p:txBody>
          <a:bodyPr/>
          <a:lstStyle/>
          <a:p>
            <a:pPr eaLnBrk="1" hangingPunct="1"/>
            <a:r>
              <a:rPr lang="en-US" altLang="en-US">
                <a:latin typeface="Verdana" panose="020B0604030504040204" pitchFamily="34" charset="0"/>
                <a:ea typeface="Verdana" panose="020B0604030504040204" pitchFamily="34" charset="0"/>
                <a:cs typeface="Verdana" panose="020B0604030504040204" pitchFamily="34" charset="0"/>
              </a:rPr>
              <a:t>Example</a:t>
            </a:r>
          </a:p>
        </p:txBody>
      </p:sp>
      <p:sp>
        <p:nvSpPr>
          <p:cNvPr id="111619" name="Google Shape;867;g1f685ef6d38_0_1503">
            <a:extLst>
              <a:ext uri="{FF2B5EF4-FFF2-40B4-BE49-F238E27FC236}">
                <a16:creationId xmlns:a16="http://schemas.microsoft.com/office/drawing/2014/main" id="{3B1086D8-F5DA-5E6E-FB26-10F4F29B5FB3}"/>
              </a:ext>
            </a:extLst>
          </p:cNvPr>
          <p:cNvSpPr txBox="1">
            <a:spLocks noGrp="1" noChangeArrowheads="1"/>
          </p:cNvSpPr>
          <p:nvPr>
            <p:ph type="body" idx="1"/>
          </p:nvPr>
        </p:nvSpPr>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Assume the following collection</a:t>
            </a:r>
          </a:p>
        </p:txBody>
      </p:sp>
      <p:sp>
        <p:nvSpPr>
          <p:cNvPr id="111620" name="Google Shape;868;g1f685ef6d38_0_1503">
            <a:extLst>
              <a:ext uri="{FF2B5EF4-FFF2-40B4-BE49-F238E27FC236}">
                <a16:creationId xmlns:a16="http://schemas.microsoft.com/office/drawing/2014/main" id="{88CD11C6-483D-4EBA-496F-B2817D48DABB}"/>
              </a:ext>
            </a:extLst>
          </p:cNvPr>
          <p:cNvSpPr>
            <a:spLocks noGrp="1" noChangeArrowheads="1"/>
          </p:cNvSpPr>
          <p:nvPr>
            <p:ph type="sldNum" sz="quarter" idx="10"/>
          </p:nvPr>
        </p:nvSpPr>
        <p:spPr>
          <a:noFill/>
        </p:spPr>
        <p:txBody>
          <a:bodyPr/>
          <a:lstStyle/>
          <a:p>
            <a:fld id="{5C245A60-9E85-4EC4-A13A-64329CB5031E}" type="slidenum">
              <a:rPr lang="en-US" altLang="en-US"/>
              <a:pPr/>
              <a:t>91</a:t>
            </a:fld>
            <a:endParaRPr lang="en-US" altLang="en-US"/>
          </a:p>
        </p:txBody>
      </p:sp>
      <p:pic>
        <p:nvPicPr>
          <p:cNvPr id="111621" name="Google Shape;869;g1f685ef6d38_0_1503" descr="Google Shape;869;g1f685ef6d38_0_1503">
            <a:extLst>
              <a:ext uri="{FF2B5EF4-FFF2-40B4-BE49-F238E27FC236}">
                <a16:creationId xmlns:a16="http://schemas.microsoft.com/office/drawing/2014/main" id="{79118235-ED39-2DB7-725F-0529A58E5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2700" y="1749425"/>
            <a:ext cx="4038600" cy="468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 name="Google Shape;875;g1f685ef6d38_0_1519">
            <a:extLst>
              <a:ext uri="{FF2B5EF4-FFF2-40B4-BE49-F238E27FC236}">
                <a16:creationId xmlns:a16="http://schemas.microsoft.com/office/drawing/2014/main" id="{E7960E2F-F3C1-F332-7553-89BED534D80B}"/>
              </a:ext>
            </a:extLst>
          </p:cNvPr>
          <p:cNvSpPr txBox="1">
            <a:spLocks noGrp="1"/>
          </p:cNvSpPr>
          <p:nvPr>
            <p:ph type="body" idx="1"/>
          </p:nvPr>
        </p:nvSpPr>
        <p:spPr/>
        <p:txBody>
          <a:bodyPr>
            <a:normAutofit/>
          </a:bodyPr>
          <a:lstStyle/>
          <a:p>
            <a:pPr eaLnBrk="1" fontAlgn="auto" hangingPunct="1">
              <a:spcAft>
                <a:spcPts val="0"/>
              </a:spcAft>
              <a:buFontTx/>
              <a:buAutoNum type="arabicPeriod"/>
              <a:defRPr/>
            </a:pPr>
            <a:r>
              <a:rPr>
                <a:sym typeface="Verdana"/>
              </a:rPr>
              <a:t>Display a list stating how many tutorials are written by each user</a:t>
            </a:r>
          </a:p>
          <a:p>
            <a:pPr marL="0" indent="457200" eaLnBrk="1" fontAlgn="auto" hangingPunct="1">
              <a:spcAft>
                <a:spcPts val="0"/>
              </a:spcAft>
              <a:buSzTx/>
              <a:buFont typeface="Helvetica"/>
              <a:buNone/>
              <a:defRPr sz="3500"/>
            </a:pPr>
            <a:endParaRPr sz="3500">
              <a:sym typeface="Verdana"/>
            </a:endParaRPr>
          </a:p>
          <a:p>
            <a:pPr marL="0" indent="457200" eaLnBrk="1" fontAlgn="auto" hangingPunct="1">
              <a:spcAft>
                <a:spcPts val="0"/>
              </a:spcAft>
              <a:buSzTx/>
              <a:buFont typeface="Helvetica"/>
              <a:buNone/>
              <a:defRPr sz="1600">
                <a:solidFill>
                  <a:srgbClr val="666600"/>
                </a:solidFill>
                <a:latin typeface="+mj-lt"/>
                <a:ea typeface="+mj-ea"/>
                <a:cs typeface="+mj-cs"/>
                <a:sym typeface="Arial"/>
              </a:defRPr>
            </a:pPr>
            <a:r>
              <a:rPr sz="1600">
                <a:solidFill>
                  <a:srgbClr val="666600"/>
                </a:solidFill>
                <a:latin typeface="+mj-lt"/>
                <a:ea typeface="+mj-ea"/>
                <a:cs typeface="+mj-cs"/>
                <a:sym typeface="Arial"/>
              </a:rPr>
              <a:t>&gt;</a:t>
            </a:r>
            <a:r>
              <a:rPr sz="1600">
                <a:solidFill>
                  <a:srgbClr val="000000"/>
                </a:solidFill>
                <a:latin typeface="+mj-lt"/>
                <a:ea typeface="+mj-ea"/>
                <a:cs typeface="+mj-cs"/>
                <a:sym typeface="Arial"/>
              </a:rPr>
              <a:t> db</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mycol</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aggregate</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$group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_id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8800"/>
                </a:solidFill>
                <a:latin typeface="+mj-lt"/>
                <a:ea typeface="+mj-ea"/>
                <a:cs typeface="+mj-cs"/>
                <a:sym typeface="Arial"/>
              </a:rPr>
              <a:t>"$by_user"</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num_tutorial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$sum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6666"/>
                </a:solidFill>
                <a:latin typeface="+mj-lt"/>
                <a:ea typeface="+mj-ea"/>
                <a:cs typeface="+mj-cs"/>
                <a:sym typeface="Arial"/>
              </a:rPr>
              <a:t>1</a:t>
            </a:r>
            <a:r>
              <a:rPr sz="1600">
                <a:solidFill>
                  <a:srgbClr val="666600"/>
                </a:solidFill>
                <a:latin typeface="+mj-lt"/>
                <a:ea typeface="+mj-ea"/>
                <a:cs typeface="+mj-cs"/>
                <a:sym typeface="Arial"/>
              </a:rPr>
              <a:t>}}}])</a:t>
            </a:r>
          </a:p>
          <a:p>
            <a:pPr marL="0" indent="457200" eaLnBrk="1" fontAlgn="auto" hangingPunct="1">
              <a:spcAft>
                <a:spcPts val="0"/>
              </a:spcAft>
              <a:buSzTx/>
              <a:buFont typeface="Helvetica"/>
              <a:buNone/>
              <a:defRPr sz="1600">
                <a:solidFill>
                  <a:srgbClr val="666600"/>
                </a:solidFill>
                <a:latin typeface="+mj-lt"/>
                <a:ea typeface="+mj-ea"/>
                <a:cs typeface="+mj-cs"/>
                <a:sym typeface="Arial"/>
              </a:defRPr>
            </a:pPr>
            <a:endParaRPr sz="1600">
              <a:solidFill>
                <a:srgbClr val="666600"/>
              </a:solidFill>
              <a:latin typeface="+mj-lt"/>
              <a:ea typeface="+mj-ea"/>
              <a:cs typeface="+mj-cs"/>
              <a:sym typeface="Arial"/>
            </a:endParaRPr>
          </a:p>
          <a:p>
            <a:pPr marL="0" indent="457200" eaLnBrk="1" fontAlgn="auto" hangingPunct="1">
              <a:spcAft>
                <a:spcPts val="0"/>
              </a:spcAft>
              <a:buSzTx/>
              <a:buFont typeface="Helvetica"/>
              <a:buNone/>
              <a:defRPr sz="1600">
                <a:solidFill>
                  <a:srgbClr val="666600"/>
                </a:solidFill>
                <a:latin typeface="+mj-lt"/>
                <a:ea typeface="+mj-ea"/>
                <a:cs typeface="+mj-cs"/>
                <a:sym typeface="Arial"/>
              </a:defRPr>
            </a:pPr>
            <a:r>
              <a:rPr sz="1600">
                <a:solidFill>
                  <a:srgbClr val="666600"/>
                </a:solidFill>
                <a:latin typeface="+mj-lt"/>
                <a:ea typeface="+mj-ea"/>
                <a:cs typeface="+mj-cs"/>
                <a:sym typeface="Arial"/>
              </a:rPr>
              <a:t>Output:</a:t>
            </a:r>
          </a:p>
          <a:p>
            <a:pPr marL="0" indent="457200" eaLnBrk="1" fontAlgn="auto" hangingPunct="1">
              <a:spcAft>
                <a:spcPts val="0"/>
              </a:spcAft>
              <a:buSzTx/>
              <a:buFont typeface="Helvetica"/>
              <a:buNone/>
              <a:defRPr sz="1600">
                <a:solidFill>
                  <a:srgbClr val="666600"/>
                </a:solidFill>
                <a:latin typeface="+mj-lt"/>
                <a:ea typeface="+mj-ea"/>
                <a:cs typeface="+mj-cs"/>
                <a:sym typeface="Arial"/>
              </a:defRPr>
            </a:pPr>
            <a:endParaRPr sz="1600">
              <a:solidFill>
                <a:srgbClr val="666600"/>
              </a:solidFill>
              <a:latin typeface="+mj-lt"/>
              <a:ea typeface="+mj-ea"/>
              <a:cs typeface="+mj-cs"/>
              <a:sym typeface="Arial"/>
            </a:endParaRPr>
          </a:p>
          <a:p>
            <a:pPr marL="0" indent="457200" eaLnBrk="1" fontAlgn="auto" hangingPunct="1">
              <a:spcAft>
                <a:spcPts val="0"/>
              </a:spcAft>
              <a:buSzTx/>
              <a:buFont typeface="Helvetica"/>
              <a:buNone/>
              <a:defRPr sz="1600">
                <a:solidFill>
                  <a:srgbClr val="666600"/>
                </a:solidFill>
                <a:latin typeface="+mj-lt"/>
                <a:ea typeface="+mj-ea"/>
                <a:cs typeface="+mj-cs"/>
                <a:sym typeface="Arial"/>
              </a:defRPr>
            </a:pP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8800"/>
                </a:solidFill>
                <a:latin typeface="+mj-lt"/>
                <a:ea typeface="+mj-ea"/>
                <a:cs typeface="+mj-cs"/>
                <a:sym typeface="Arial"/>
              </a:rPr>
              <a:t>"_id"</a:t>
            </a:r>
            <a:r>
              <a:rPr sz="1600">
                <a:solidFill>
                  <a:srgbClr val="000000"/>
                </a:solidFill>
                <a:latin typeface="+mj-lt"/>
                <a:ea typeface="+mj-ea"/>
                <a:cs typeface="+mj-cs"/>
                <a:sym typeface="Arial"/>
              </a:rPr>
              <a:t>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8800"/>
                </a:solidFill>
                <a:latin typeface="+mj-lt"/>
                <a:ea typeface="+mj-ea"/>
                <a:cs typeface="+mj-cs"/>
                <a:sym typeface="Arial"/>
              </a:rPr>
              <a:t>"tutorials point"</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8800"/>
                </a:solidFill>
                <a:latin typeface="+mj-lt"/>
                <a:ea typeface="+mj-ea"/>
                <a:cs typeface="+mj-cs"/>
                <a:sym typeface="Arial"/>
              </a:rPr>
              <a:t>"num_tutorial"</a:t>
            </a:r>
            <a:r>
              <a:rPr sz="1600">
                <a:solidFill>
                  <a:srgbClr val="000000"/>
                </a:solidFill>
                <a:latin typeface="+mj-lt"/>
                <a:ea typeface="+mj-ea"/>
                <a:cs typeface="+mj-cs"/>
                <a:sym typeface="Arial"/>
              </a:rPr>
              <a:t>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6666"/>
                </a:solidFill>
                <a:latin typeface="+mj-lt"/>
                <a:ea typeface="+mj-ea"/>
                <a:cs typeface="+mj-cs"/>
                <a:sym typeface="Arial"/>
              </a:rPr>
              <a:t>2</a:t>
            </a:r>
            <a:r>
              <a:rPr sz="1600">
                <a:solidFill>
                  <a:srgbClr val="000000"/>
                </a:solidFill>
                <a:latin typeface="+mj-lt"/>
                <a:ea typeface="+mj-ea"/>
                <a:cs typeface="+mj-cs"/>
                <a:sym typeface="Arial"/>
              </a:rPr>
              <a:t> </a:t>
            </a:r>
            <a:r>
              <a:rPr sz="1600">
                <a:solidFill>
                  <a:srgbClr val="666600"/>
                </a:solidFill>
                <a:latin typeface="+mj-lt"/>
                <a:ea typeface="+mj-ea"/>
                <a:cs typeface="+mj-cs"/>
                <a:sym typeface="Arial"/>
              </a:rPr>
              <a:t>}</a:t>
            </a:r>
            <a:endParaRPr sz="1600">
              <a:solidFill>
                <a:srgbClr val="000000"/>
              </a:solidFill>
              <a:latin typeface="+mj-lt"/>
              <a:ea typeface="+mj-ea"/>
              <a:cs typeface="+mj-cs"/>
              <a:sym typeface="Arial"/>
            </a:endParaRPr>
          </a:p>
          <a:p>
            <a:pPr marL="0" indent="457200" eaLnBrk="1" fontAlgn="auto" hangingPunct="1">
              <a:spcAft>
                <a:spcPts val="0"/>
              </a:spcAft>
              <a:buSzTx/>
              <a:buFont typeface="Helvetica"/>
              <a:buNone/>
              <a:defRPr sz="1600">
                <a:solidFill>
                  <a:srgbClr val="666600"/>
                </a:solidFill>
                <a:latin typeface="+mj-lt"/>
                <a:ea typeface="+mj-ea"/>
                <a:cs typeface="+mj-cs"/>
                <a:sym typeface="Arial"/>
              </a:defRPr>
            </a:pP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8800"/>
                </a:solidFill>
                <a:latin typeface="+mj-lt"/>
                <a:ea typeface="+mj-ea"/>
                <a:cs typeface="+mj-cs"/>
                <a:sym typeface="Arial"/>
              </a:rPr>
              <a:t>"_id"</a:t>
            </a:r>
            <a:r>
              <a:rPr sz="1600">
                <a:solidFill>
                  <a:srgbClr val="000000"/>
                </a:solidFill>
                <a:latin typeface="+mj-lt"/>
                <a:ea typeface="+mj-ea"/>
                <a:cs typeface="+mj-cs"/>
                <a:sym typeface="Arial"/>
              </a:rPr>
              <a:t>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8800"/>
                </a:solidFill>
                <a:latin typeface="+mj-lt"/>
                <a:ea typeface="+mj-ea"/>
                <a:cs typeface="+mj-cs"/>
                <a:sym typeface="Arial"/>
              </a:rPr>
              <a:t>"Neo4j"</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8800"/>
                </a:solidFill>
                <a:latin typeface="+mj-lt"/>
                <a:ea typeface="+mj-ea"/>
                <a:cs typeface="+mj-cs"/>
                <a:sym typeface="Arial"/>
              </a:rPr>
              <a:t>"num_tutorial"</a:t>
            </a:r>
            <a:r>
              <a:rPr sz="1600">
                <a:solidFill>
                  <a:srgbClr val="000000"/>
                </a:solidFill>
                <a:latin typeface="+mj-lt"/>
                <a:ea typeface="+mj-ea"/>
                <a:cs typeface="+mj-cs"/>
                <a:sym typeface="Arial"/>
              </a:rPr>
              <a:t> </a:t>
            </a:r>
            <a:r>
              <a:rPr sz="1600">
                <a:solidFill>
                  <a:srgbClr val="666600"/>
                </a:solidFill>
                <a:latin typeface="+mj-lt"/>
                <a:ea typeface="+mj-ea"/>
                <a:cs typeface="+mj-cs"/>
                <a:sym typeface="Arial"/>
              </a:rPr>
              <a:t>:</a:t>
            </a:r>
            <a:r>
              <a:rPr sz="1600">
                <a:solidFill>
                  <a:srgbClr val="000000"/>
                </a:solidFill>
                <a:latin typeface="+mj-lt"/>
                <a:ea typeface="+mj-ea"/>
                <a:cs typeface="+mj-cs"/>
                <a:sym typeface="Arial"/>
              </a:rPr>
              <a:t> </a:t>
            </a:r>
            <a:r>
              <a:rPr sz="1600">
                <a:solidFill>
                  <a:srgbClr val="006666"/>
                </a:solidFill>
                <a:latin typeface="+mj-lt"/>
                <a:ea typeface="+mj-ea"/>
                <a:cs typeface="+mj-cs"/>
                <a:sym typeface="Arial"/>
              </a:rPr>
              <a:t>1</a:t>
            </a:r>
            <a:r>
              <a:rPr sz="1600">
                <a:solidFill>
                  <a:srgbClr val="000000"/>
                </a:solidFill>
                <a:latin typeface="+mj-lt"/>
                <a:ea typeface="+mj-ea"/>
                <a:cs typeface="+mj-cs"/>
                <a:sym typeface="Arial"/>
              </a:rPr>
              <a:t> </a:t>
            </a:r>
            <a:r>
              <a:rPr sz="1600">
                <a:solidFill>
                  <a:srgbClr val="666600"/>
                </a:solidFill>
                <a:latin typeface="+mj-lt"/>
                <a:ea typeface="+mj-ea"/>
                <a:cs typeface="+mj-cs"/>
                <a:sym typeface="Arial"/>
              </a:rPr>
              <a:t>}</a:t>
            </a:r>
          </a:p>
        </p:txBody>
      </p:sp>
      <p:sp>
        <p:nvSpPr>
          <p:cNvPr id="112643" name="Google Shape;876;g1f685ef6d38_0_1519">
            <a:extLst>
              <a:ext uri="{FF2B5EF4-FFF2-40B4-BE49-F238E27FC236}">
                <a16:creationId xmlns:a16="http://schemas.microsoft.com/office/drawing/2014/main" id="{85D17EC8-B87B-6FBC-F599-4B4955746FF3}"/>
              </a:ext>
            </a:extLst>
          </p:cNvPr>
          <p:cNvSpPr>
            <a:spLocks noGrp="1" noChangeArrowheads="1"/>
          </p:cNvSpPr>
          <p:nvPr>
            <p:ph type="sldNum" sz="quarter" idx="10"/>
          </p:nvPr>
        </p:nvSpPr>
        <p:spPr>
          <a:noFill/>
        </p:spPr>
        <p:txBody>
          <a:bodyPr/>
          <a:lstStyle/>
          <a:p>
            <a:fld id="{F5E539F1-616C-4E38-A8EC-C2D3436F75F9}" type="slidenum">
              <a:rPr lang="en-US" altLang="en-US"/>
              <a:pPr/>
              <a:t>92</a:t>
            </a:fld>
            <a:endParaRPr lang="en-US" altLang="en-US"/>
          </a:p>
        </p:txBody>
      </p:sp>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Google Shape;882;g1f685ef6d38_0_1528">
            <a:extLst>
              <a:ext uri="{FF2B5EF4-FFF2-40B4-BE49-F238E27FC236}">
                <a16:creationId xmlns:a16="http://schemas.microsoft.com/office/drawing/2014/main" id="{5D19A5F0-4FD1-F511-F98C-588C346464E1}"/>
              </a:ext>
            </a:extLst>
          </p:cNvPr>
          <p:cNvSpPr txBox="1">
            <a:spLocks noGrp="1" noChangeArrowheads="1"/>
          </p:cNvSpPr>
          <p:nvPr>
            <p:ph type="title"/>
          </p:nvPr>
        </p:nvSpPr>
        <p:spPr/>
        <p:txBody>
          <a:bodyPr/>
          <a:lstStyle/>
          <a:p>
            <a:pPr eaLnBrk="1" hangingPunct="1"/>
            <a:endParaRPr lang="en-US" altLang="en-US">
              <a:latin typeface="Verdana" panose="020B0604030504040204" pitchFamily="34" charset="0"/>
              <a:ea typeface="Verdana" panose="020B0604030504040204" pitchFamily="34" charset="0"/>
              <a:cs typeface="Verdana" panose="020B0604030504040204" pitchFamily="34" charset="0"/>
            </a:endParaRPr>
          </a:p>
        </p:txBody>
      </p:sp>
      <p:sp>
        <p:nvSpPr>
          <p:cNvPr id="113667" name="Google Shape;883;g1f685ef6d38_0_1528">
            <a:extLst>
              <a:ext uri="{FF2B5EF4-FFF2-40B4-BE49-F238E27FC236}">
                <a16:creationId xmlns:a16="http://schemas.microsoft.com/office/drawing/2014/main" id="{D94385E5-15CE-C60A-62B4-3D47933EA018}"/>
              </a:ext>
            </a:extLst>
          </p:cNvPr>
          <p:cNvSpPr txBox="1">
            <a:spLocks noGrp="1" noChangeArrowheads="1"/>
          </p:cNvSpPr>
          <p:nvPr>
            <p:ph type="body" idx="1"/>
          </p:nvPr>
        </p:nvSpPr>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db.mycol.aggregate([</a:t>
            </a:r>
          </a:p>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{$group : {_id : "$by_user", num_tutorial : {$sum : "$likes"}}}])</a:t>
            </a:r>
          </a:p>
        </p:txBody>
      </p:sp>
      <p:sp>
        <p:nvSpPr>
          <p:cNvPr id="113668" name="Google Shape;884;g1f685ef6d38_0_1528">
            <a:extLst>
              <a:ext uri="{FF2B5EF4-FFF2-40B4-BE49-F238E27FC236}">
                <a16:creationId xmlns:a16="http://schemas.microsoft.com/office/drawing/2014/main" id="{5E8B569F-FB6A-9CBD-4042-8547C0A5B3E2}"/>
              </a:ext>
            </a:extLst>
          </p:cNvPr>
          <p:cNvSpPr>
            <a:spLocks noGrp="1" noChangeArrowheads="1"/>
          </p:cNvSpPr>
          <p:nvPr>
            <p:ph type="sldNum" sz="quarter" idx="10"/>
          </p:nvPr>
        </p:nvSpPr>
        <p:spPr>
          <a:noFill/>
        </p:spPr>
        <p:txBody>
          <a:bodyPr/>
          <a:lstStyle/>
          <a:p>
            <a:fld id="{19AD941D-FD76-40FC-A9CA-6BFBC3155BA3}" type="slidenum">
              <a:rPr lang="en-US" altLang="en-US"/>
              <a:pPr/>
              <a:t>93</a:t>
            </a:fld>
            <a:endParaRPr lang="en-US" altLang="en-US"/>
          </a:p>
        </p:txBody>
      </p:sp>
    </p:spTree>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Google Shape;890;g1f685ef6d38_0_1536">
            <a:extLst>
              <a:ext uri="{FF2B5EF4-FFF2-40B4-BE49-F238E27FC236}">
                <a16:creationId xmlns:a16="http://schemas.microsoft.com/office/drawing/2014/main" id="{C57EDB1B-92DB-A1A6-77EF-61990ACE7F92}"/>
              </a:ext>
            </a:extLst>
          </p:cNvPr>
          <p:cNvSpPr txBox="1">
            <a:spLocks noGrp="1" noChangeArrowheads="1"/>
          </p:cNvSpPr>
          <p:nvPr>
            <p:ph type="title"/>
          </p:nvPr>
        </p:nvSpPr>
        <p:spPr/>
        <p:txBody>
          <a:bodyPr/>
          <a:lstStyle/>
          <a:p>
            <a:pPr eaLnBrk="1" hangingPunct="1"/>
            <a:endParaRPr lang="en-US" altLang="en-US">
              <a:latin typeface="Verdana" panose="020B0604030504040204" pitchFamily="34" charset="0"/>
              <a:ea typeface="Verdana" panose="020B0604030504040204" pitchFamily="34" charset="0"/>
              <a:cs typeface="Verdana" panose="020B0604030504040204" pitchFamily="34" charset="0"/>
            </a:endParaRPr>
          </a:p>
        </p:txBody>
      </p:sp>
      <p:sp>
        <p:nvSpPr>
          <p:cNvPr id="114691" name="Google Shape;891;g1f685ef6d38_0_1536">
            <a:extLst>
              <a:ext uri="{FF2B5EF4-FFF2-40B4-BE49-F238E27FC236}">
                <a16:creationId xmlns:a16="http://schemas.microsoft.com/office/drawing/2014/main" id="{A8EC67BB-8A0D-37F3-77DA-6DBAA178FE74}"/>
              </a:ext>
            </a:extLst>
          </p:cNvPr>
          <p:cNvSpPr txBox="1">
            <a:spLocks noGrp="1" noChangeArrowheads="1"/>
          </p:cNvSpPr>
          <p:nvPr>
            <p:ph type="body" idx="1"/>
          </p:nvPr>
        </p:nvSpPr>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db.mycol.aggregate([{$group : {_id : "$by_user", num_tutorial : {$avg : "$likes"}}}])</a:t>
            </a:r>
          </a:p>
        </p:txBody>
      </p:sp>
      <p:sp>
        <p:nvSpPr>
          <p:cNvPr id="114692" name="Google Shape;892;g1f685ef6d38_0_1536">
            <a:extLst>
              <a:ext uri="{FF2B5EF4-FFF2-40B4-BE49-F238E27FC236}">
                <a16:creationId xmlns:a16="http://schemas.microsoft.com/office/drawing/2014/main" id="{95BB99DA-4488-0C54-92B3-5B5DEECACC87}"/>
              </a:ext>
            </a:extLst>
          </p:cNvPr>
          <p:cNvSpPr>
            <a:spLocks noGrp="1" noChangeArrowheads="1"/>
          </p:cNvSpPr>
          <p:nvPr>
            <p:ph type="sldNum" sz="quarter" idx="10"/>
          </p:nvPr>
        </p:nvSpPr>
        <p:spPr>
          <a:noFill/>
        </p:spPr>
        <p:txBody>
          <a:bodyPr/>
          <a:lstStyle/>
          <a:p>
            <a:fld id="{8B996D7C-6A26-4F73-8A82-A01524083C5F}" type="slidenum">
              <a:rPr lang="en-US" altLang="en-US"/>
              <a:pPr/>
              <a:t>94</a:t>
            </a:fld>
            <a:endParaRPr lang="en-US" altLang="en-US"/>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Google Shape;898;g1f685ef6d38_0_1543">
            <a:extLst>
              <a:ext uri="{FF2B5EF4-FFF2-40B4-BE49-F238E27FC236}">
                <a16:creationId xmlns:a16="http://schemas.microsoft.com/office/drawing/2014/main" id="{086F9B8C-8B45-1DD7-998C-BE979D8EA228}"/>
              </a:ext>
            </a:extLst>
          </p:cNvPr>
          <p:cNvSpPr txBox="1">
            <a:spLocks noGrp="1" noChangeArrowheads="1"/>
          </p:cNvSpPr>
          <p:nvPr>
            <p:ph type="title"/>
          </p:nvPr>
        </p:nvSpPr>
        <p:spPr/>
        <p:txBody>
          <a:bodyPr/>
          <a:lstStyle/>
          <a:p>
            <a:pPr eaLnBrk="1" hangingPunct="1"/>
            <a:endParaRPr lang="en-US" altLang="en-US">
              <a:latin typeface="Verdana" panose="020B0604030504040204" pitchFamily="34" charset="0"/>
              <a:ea typeface="Verdana" panose="020B0604030504040204" pitchFamily="34" charset="0"/>
              <a:cs typeface="Verdana" panose="020B0604030504040204" pitchFamily="34" charset="0"/>
            </a:endParaRPr>
          </a:p>
        </p:txBody>
      </p:sp>
      <p:sp>
        <p:nvSpPr>
          <p:cNvPr id="115715" name="Google Shape;899;g1f685ef6d38_0_1543">
            <a:extLst>
              <a:ext uri="{FF2B5EF4-FFF2-40B4-BE49-F238E27FC236}">
                <a16:creationId xmlns:a16="http://schemas.microsoft.com/office/drawing/2014/main" id="{D6C7BF30-A77E-8045-E4BD-C0EC32AAB10F}"/>
              </a:ext>
            </a:extLst>
          </p:cNvPr>
          <p:cNvSpPr txBox="1">
            <a:spLocks noGrp="1" noChangeArrowheads="1"/>
          </p:cNvSpPr>
          <p:nvPr>
            <p:ph type="body" idx="1"/>
          </p:nvPr>
        </p:nvSpPr>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db.mycol.aggregate([{$group : {_id : "$by_user", num_tutorial : {$min : "$likes"}}}])</a:t>
            </a:r>
          </a:p>
        </p:txBody>
      </p:sp>
      <p:sp>
        <p:nvSpPr>
          <p:cNvPr id="115716" name="Google Shape;900;g1f685ef6d38_0_1543">
            <a:extLst>
              <a:ext uri="{FF2B5EF4-FFF2-40B4-BE49-F238E27FC236}">
                <a16:creationId xmlns:a16="http://schemas.microsoft.com/office/drawing/2014/main" id="{77C26F06-EC24-941D-F31D-2F53316DA740}"/>
              </a:ext>
            </a:extLst>
          </p:cNvPr>
          <p:cNvSpPr>
            <a:spLocks noGrp="1" noChangeArrowheads="1"/>
          </p:cNvSpPr>
          <p:nvPr>
            <p:ph type="sldNum" sz="quarter" idx="10"/>
          </p:nvPr>
        </p:nvSpPr>
        <p:spPr>
          <a:noFill/>
        </p:spPr>
        <p:txBody>
          <a:bodyPr/>
          <a:lstStyle/>
          <a:p>
            <a:fld id="{53F37986-6A86-4ED4-8A6A-9FC5157334FA}" type="slidenum">
              <a:rPr lang="en-US" altLang="en-US"/>
              <a:pPr/>
              <a:t>95</a:t>
            </a:fld>
            <a:endParaRPr lang="en-US" altLang="en-US"/>
          </a:p>
        </p:txBody>
      </p:sp>
    </p:spTree>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Google Shape;906;g1f685ef6d38_0_1551">
            <a:extLst>
              <a:ext uri="{FF2B5EF4-FFF2-40B4-BE49-F238E27FC236}">
                <a16:creationId xmlns:a16="http://schemas.microsoft.com/office/drawing/2014/main" id="{7CB7B33F-4F62-49FC-5317-0A169B1FBDC4}"/>
              </a:ext>
            </a:extLst>
          </p:cNvPr>
          <p:cNvSpPr txBox="1">
            <a:spLocks noGrp="1" noChangeArrowheads="1"/>
          </p:cNvSpPr>
          <p:nvPr>
            <p:ph type="title"/>
          </p:nvPr>
        </p:nvSpPr>
        <p:spPr/>
        <p:txBody>
          <a:bodyPr/>
          <a:lstStyle/>
          <a:p>
            <a:pPr eaLnBrk="1" hangingPunct="1"/>
            <a:endParaRPr lang="en-US" altLang="en-US">
              <a:latin typeface="Verdana" panose="020B0604030504040204" pitchFamily="34" charset="0"/>
              <a:ea typeface="Verdana" panose="020B0604030504040204" pitchFamily="34" charset="0"/>
              <a:cs typeface="Verdana" panose="020B0604030504040204" pitchFamily="34" charset="0"/>
            </a:endParaRPr>
          </a:p>
        </p:txBody>
      </p:sp>
      <p:sp>
        <p:nvSpPr>
          <p:cNvPr id="116739" name="Google Shape;907;g1f685ef6d38_0_1551">
            <a:extLst>
              <a:ext uri="{FF2B5EF4-FFF2-40B4-BE49-F238E27FC236}">
                <a16:creationId xmlns:a16="http://schemas.microsoft.com/office/drawing/2014/main" id="{A898FD9E-6092-B953-F8E1-9144774163FC}"/>
              </a:ext>
            </a:extLst>
          </p:cNvPr>
          <p:cNvSpPr txBox="1">
            <a:spLocks noGrp="1" noChangeArrowheads="1"/>
          </p:cNvSpPr>
          <p:nvPr>
            <p:ph type="body" idx="1"/>
          </p:nvPr>
        </p:nvSpPr>
        <p:spPr/>
        <p:txBody>
          <a:bodyPr/>
          <a:lstStyle/>
          <a:p>
            <a:pPr marL="0" indent="0" eaLnBrk="1" hangingPunct="1">
              <a:buSzTx/>
              <a:buFont typeface="Helvetica" panose="020B0604020202020204" pitchFamily="34" charset="0"/>
              <a:buNone/>
            </a:pPr>
            <a:r>
              <a:rPr lang="en-US" altLang="en-US">
                <a:latin typeface="Verdana" panose="020B0604030504040204" pitchFamily="34" charset="0"/>
                <a:ea typeface="Verdana" panose="020B0604030504040204" pitchFamily="34" charset="0"/>
                <a:cs typeface="Verdana" panose="020B0604030504040204" pitchFamily="34" charset="0"/>
              </a:rPr>
              <a:t>db.mycol.aggregate([{$group : {_id : "$by_user", num_tutorial : {$max : "$likes"}}}])</a:t>
            </a:r>
          </a:p>
        </p:txBody>
      </p:sp>
      <p:sp>
        <p:nvSpPr>
          <p:cNvPr id="116740" name="Google Shape;908;g1f685ef6d38_0_1551">
            <a:extLst>
              <a:ext uri="{FF2B5EF4-FFF2-40B4-BE49-F238E27FC236}">
                <a16:creationId xmlns:a16="http://schemas.microsoft.com/office/drawing/2014/main" id="{82940404-61BF-8062-1579-FB6A8591783D}"/>
              </a:ext>
            </a:extLst>
          </p:cNvPr>
          <p:cNvSpPr>
            <a:spLocks noGrp="1" noChangeArrowheads="1"/>
          </p:cNvSpPr>
          <p:nvPr>
            <p:ph type="sldNum" sz="quarter" idx="10"/>
          </p:nvPr>
        </p:nvSpPr>
        <p:spPr>
          <a:noFill/>
        </p:spPr>
        <p:txBody>
          <a:bodyPr/>
          <a:lstStyle/>
          <a:p>
            <a:fld id="{08400B7E-39A7-4EFA-B004-D4EFB2E00840}" type="slidenum">
              <a:rPr lang="en-US" altLang="en-US"/>
              <a:pPr/>
              <a:t>96</a:t>
            </a:fld>
            <a:endParaRPr lang="en-US" altLang="en-US"/>
          </a:p>
        </p:txBody>
      </p:sp>
    </p:spTree>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Google Shape;913;g1f685ef6d38_0_1179">
            <a:extLst>
              <a:ext uri="{FF2B5EF4-FFF2-40B4-BE49-F238E27FC236}">
                <a16:creationId xmlns:a16="http://schemas.microsoft.com/office/drawing/2014/main" id="{12EDB55D-045C-84AF-231F-2D8919274033}"/>
              </a:ext>
            </a:extLst>
          </p:cNvPr>
          <p:cNvSpPr txBox="1">
            <a:spLocks noGrp="1" noChangeArrowheads="1"/>
          </p:cNvSpPr>
          <p:nvPr>
            <p:ph type="title"/>
          </p:nvPr>
        </p:nvSpPr>
        <p:spPr>
          <a:xfrm>
            <a:off x="430213" y="152400"/>
            <a:ext cx="6002337" cy="369888"/>
          </a:xfrm>
        </p:spPr>
        <p:txBody>
          <a:bodyPr lIns="0" tIns="0" rIns="0" bIns="0" anchor="t"/>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Aggregate Function</a:t>
            </a:r>
          </a:p>
        </p:txBody>
      </p:sp>
      <p:sp>
        <p:nvSpPr>
          <p:cNvPr id="117763" name="Google Shape;914;g1f685ef6d38_0_1179">
            <a:extLst>
              <a:ext uri="{FF2B5EF4-FFF2-40B4-BE49-F238E27FC236}">
                <a16:creationId xmlns:a16="http://schemas.microsoft.com/office/drawing/2014/main" id="{8389B779-326A-F318-B648-67061668586C}"/>
              </a:ext>
            </a:extLst>
          </p:cNvPr>
          <p:cNvSpPr txBox="1">
            <a:spLocks noChangeArrowheads="1"/>
          </p:cNvSpPr>
          <p:nvPr/>
        </p:nvSpPr>
        <p:spPr bwMode="auto">
          <a:xfrm>
            <a:off x="687388" y="1484313"/>
            <a:ext cx="7708900" cy="839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a:lnSpc>
                <a:spcPct val="107000"/>
              </a:lnSpc>
            </a:pPr>
            <a:r>
              <a:rPr lang="en-US" altLang="en-US" sz="1800" b="1">
                <a:latin typeface="Trebuchet MS" panose="020B0603020202020204" pitchFamily="34" charset="0"/>
                <a:sym typeface="Trebuchet MS" panose="020B0603020202020204" pitchFamily="34" charset="0"/>
              </a:rPr>
              <a:t>First  filter  on  “AccType:S”  and  then  group  it  on  “CustID”  and  then compute the sum of “AccBal” and then filter those documents wherein the “TotAccBal” is greater than 1200, use the below syntax:</a:t>
            </a:r>
          </a:p>
        </p:txBody>
      </p:sp>
      <p:sp>
        <p:nvSpPr>
          <p:cNvPr id="117764" name="Google Shape;915;g1f685ef6d38_0_1179">
            <a:extLst>
              <a:ext uri="{FF2B5EF4-FFF2-40B4-BE49-F238E27FC236}">
                <a16:creationId xmlns:a16="http://schemas.microsoft.com/office/drawing/2014/main" id="{18A8182E-A129-C9B3-E30E-E21B6FD0F5A5}"/>
              </a:ext>
            </a:extLst>
          </p:cNvPr>
          <p:cNvSpPr txBox="1">
            <a:spLocks noChangeArrowheads="1"/>
          </p:cNvSpPr>
          <p:nvPr/>
        </p:nvSpPr>
        <p:spPr bwMode="auto">
          <a:xfrm>
            <a:off x="687388" y="3278188"/>
            <a:ext cx="75692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b="1">
                <a:solidFill>
                  <a:srgbClr val="1F4E79"/>
                </a:solidFill>
                <a:latin typeface="Trebuchet MS" panose="020B0603020202020204" pitchFamily="34" charset="0"/>
                <a:sym typeface="Trebuchet MS" panose="020B0603020202020204" pitchFamily="34" charset="0"/>
              </a:rPr>
              <a:t>db.Customers.aggregate( { $match : {AccType : "S" } },</a:t>
            </a:r>
          </a:p>
          <a:p>
            <a:pPr eaLnBrk="1">
              <a:spcBef>
                <a:spcPts val="900"/>
              </a:spcBef>
            </a:pPr>
            <a:r>
              <a:rPr lang="en-US" altLang="en-US" sz="1800" b="1">
                <a:solidFill>
                  <a:srgbClr val="1F4E79"/>
                </a:solidFill>
                <a:latin typeface="Trebuchet MS" panose="020B0603020202020204" pitchFamily="34" charset="0"/>
                <a:sym typeface="Trebuchet MS" panose="020B0603020202020204" pitchFamily="34" charset="0"/>
              </a:rPr>
              <a:t>{ $group : { _id : "$CustID",TotAccBal : { $sum : "$AccBal" } } },</a:t>
            </a:r>
          </a:p>
          <a:p>
            <a:pPr eaLnBrk="1">
              <a:spcBef>
                <a:spcPts val="900"/>
              </a:spcBef>
            </a:pPr>
            <a:r>
              <a:rPr lang="en-US" altLang="en-US" sz="1800" b="1">
                <a:solidFill>
                  <a:srgbClr val="1F4E79"/>
                </a:solidFill>
                <a:latin typeface="Trebuchet MS" panose="020B0603020202020204" pitchFamily="34" charset="0"/>
                <a:sym typeface="Trebuchet MS" panose="020B0603020202020204" pitchFamily="34" charset="0"/>
              </a:rPr>
              <a:t>{ $match : {TotAccBal : { $gt : 1200 } }});</a:t>
            </a:r>
          </a:p>
        </p:txBody>
      </p:sp>
      <p:sp>
        <p:nvSpPr>
          <p:cNvPr id="2" name="Slide Number Placeholder 1">
            <a:extLst>
              <a:ext uri="{FF2B5EF4-FFF2-40B4-BE49-F238E27FC236}">
                <a16:creationId xmlns:a16="http://schemas.microsoft.com/office/drawing/2014/main" id="{8E72BE41-4910-3CC6-4AAF-8CD326EA1E43}"/>
              </a:ext>
            </a:extLst>
          </p:cNvPr>
          <p:cNvSpPr>
            <a:spLocks noGrp="1"/>
          </p:cNvSpPr>
          <p:nvPr>
            <p:ph type="sldNum" sz="quarter" idx="10"/>
          </p:nvPr>
        </p:nvSpPr>
        <p:spPr/>
        <p:txBody>
          <a:bodyPr/>
          <a:lstStyle/>
          <a:p>
            <a:fld id="{E41E8F01-B894-4207-BB9D-200711BC0260}" type="slidenum">
              <a:rPr lang="en-US" altLang="en-US" smtClean="0"/>
              <a:pPr/>
              <a:t>97</a:t>
            </a:fld>
            <a:endParaRPr lang="en-US" altLang="en-US"/>
          </a:p>
        </p:txBody>
      </p:sp>
    </p:spTree>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Google Shape;921;g1f685ef6d38_0_1364">
            <a:extLst>
              <a:ext uri="{FF2B5EF4-FFF2-40B4-BE49-F238E27FC236}">
                <a16:creationId xmlns:a16="http://schemas.microsoft.com/office/drawing/2014/main" id="{E668FF3A-E3B6-BCB3-2489-604C30CA9BCF}"/>
              </a:ext>
            </a:extLst>
          </p:cNvPr>
          <p:cNvSpPr txBox="1">
            <a:spLocks noGrp="1" noChangeArrowheads="1"/>
          </p:cNvSpPr>
          <p:nvPr>
            <p:ph type="title"/>
          </p:nvPr>
        </p:nvSpPr>
        <p:spPr/>
        <p:txBody>
          <a:bodyPr/>
          <a:lstStyle/>
          <a:p>
            <a:pPr indent="504825"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Aggregate Function</a:t>
            </a:r>
          </a:p>
        </p:txBody>
      </p:sp>
      <p:sp>
        <p:nvSpPr>
          <p:cNvPr id="118787" name="Google Shape;922;g1f685ef6d38_0_1364">
            <a:extLst>
              <a:ext uri="{FF2B5EF4-FFF2-40B4-BE49-F238E27FC236}">
                <a16:creationId xmlns:a16="http://schemas.microsoft.com/office/drawing/2014/main" id="{44FC116C-C935-3DEE-D4C5-C7BB3E860DAB}"/>
              </a:ext>
            </a:extLst>
          </p:cNvPr>
          <p:cNvSpPr txBox="1">
            <a:spLocks noGrp="1" noChangeArrowheads="1"/>
          </p:cNvSpPr>
          <p:nvPr>
            <p:ph type="body" sz="quarter" idx="1"/>
          </p:nvPr>
        </p:nvSpPr>
        <p:spPr>
          <a:xfrm>
            <a:off x="566738" y="1219200"/>
            <a:ext cx="8001000" cy="638175"/>
          </a:xfrm>
        </p:spPr>
        <p:txBody>
          <a:bodyPr/>
          <a:lstStyle/>
          <a:p>
            <a:pPr marL="0" indent="0" eaLnBrk="1" hangingPunct="1">
              <a:buSzTx/>
              <a:buFont typeface="Helvetica" panose="020B0604020202020204" pitchFamily="34" charset="0"/>
              <a:buNone/>
            </a:pPr>
            <a:r>
              <a:rPr lang="en-US" altLang="en-US" sz="1700">
                <a:latin typeface="Verdana" panose="020B0604030504040204" pitchFamily="34" charset="0"/>
                <a:ea typeface="Verdana" panose="020B0604030504040204" pitchFamily="34" charset="0"/>
                <a:cs typeface="Verdana" panose="020B0604030504040204" pitchFamily="34" charset="0"/>
              </a:rPr>
              <a:t>Determine Minimum and Maximum account balance for each customer_id.</a:t>
            </a:r>
          </a:p>
        </p:txBody>
      </p:sp>
      <p:sp>
        <p:nvSpPr>
          <p:cNvPr id="118788" name="Google Shape;923;g1f685ef6d38_0_1364">
            <a:extLst>
              <a:ext uri="{FF2B5EF4-FFF2-40B4-BE49-F238E27FC236}">
                <a16:creationId xmlns:a16="http://schemas.microsoft.com/office/drawing/2014/main" id="{BCD0B082-B8AC-19A4-681D-1AB9A3314946}"/>
              </a:ext>
            </a:extLst>
          </p:cNvPr>
          <p:cNvSpPr>
            <a:spLocks noGrp="1" noChangeArrowheads="1"/>
          </p:cNvSpPr>
          <p:nvPr>
            <p:ph type="sldNum" sz="quarter" idx="10"/>
          </p:nvPr>
        </p:nvSpPr>
        <p:spPr>
          <a:noFill/>
        </p:spPr>
        <p:txBody>
          <a:bodyPr/>
          <a:lstStyle/>
          <a:p>
            <a:fld id="{E1A634DE-3968-48F3-ABEB-EAF1D421BB34}" type="slidenum">
              <a:rPr lang="en-US" altLang="en-US"/>
              <a:pPr/>
              <a:t>98</a:t>
            </a:fld>
            <a:endParaRPr lang="en-US" altLang="en-US"/>
          </a:p>
        </p:txBody>
      </p:sp>
      <p:sp>
        <p:nvSpPr>
          <p:cNvPr id="118789" name="Google Shape;924;g1f685ef6d38_0_1364">
            <a:extLst>
              <a:ext uri="{FF2B5EF4-FFF2-40B4-BE49-F238E27FC236}">
                <a16:creationId xmlns:a16="http://schemas.microsoft.com/office/drawing/2014/main" id="{98EA8037-0B9A-CBF4-5A96-31E420AAE928}"/>
              </a:ext>
            </a:extLst>
          </p:cNvPr>
          <p:cNvSpPr txBox="1">
            <a:spLocks noChangeArrowheads="1"/>
          </p:cNvSpPr>
          <p:nvPr/>
        </p:nvSpPr>
        <p:spPr bwMode="auto">
          <a:xfrm>
            <a:off x="690563" y="2457450"/>
            <a:ext cx="7908925"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spAutoFit/>
          </a:bodyPr>
          <a:lstStyle/>
          <a:p>
            <a:pPr eaLnBrk="1">
              <a:spcBef>
                <a:spcPts val="300"/>
              </a:spcBef>
            </a:pPr>
            <a:r>
              <a:rPr lang="en-US" altLang="en-US" sz="3000">
                <a:solidFill>
                  <a:srgbClr val="003366"/>
                </a:solidFill>
                <a:latin typeface="Verdana" panose="020B0604030504040204" pitchFamily="34" charset="0"/>
                <a:sym typeface="Verdana" panose="020B0604030504040204" pitchFamily="34" charset="0"/>
              </a:rPr>
              <a:t>db.Customers.aggregate ( </a:t>
            </a:r>
          </a:p>
          <a:p>
            <a:pPr eaLnBrk="1">
              <a:spcBef>
                <a:spcPts val="300"/>
              </a:spcBef>
            </a:pPr>
            <a:r>
              <a:rPr lang="en-US" altLang="en-US" sz="3000">
                <a:solidFill>
                  <a:srgbClr val="003366"/>
                </a:solidFill>
                <a:latin typeface="Verdana" panose="020B0604030504040204" pitchFamily="34" charset="0"/>
                <a:sym typeface="Verdana" panose="020B0604030504040204" pitchFamily="34" charset="0"/>
              </a:rPr>
              <a:t>{$group : { _id : "$cust_id",</a:t>
            </a:r>
          </a:p>
          <a:p>
            <a:pPr eaLnBrk="1">
              <a:spcBef>
                <a:spcPts val="300"/>
              </a:spcBef>
            </a:pPr>
            <a:r>
              <a:rPr lang="en-US" altLang="en-US" sz="3000">
                <a:solidFill>
                  <a:srgbClr val="003366"/>
                </a:solidFill>
                <a:latin typeface="Verdana" panose="020B0604030504040204" pitchFamily="34" charset="0"/>
                <a:sym typeface="Verdana" panose="020B0604030504040204" pitchFamily="34" charset="0"/>
              </a:rPr>
              <a:t>minAccBal :{$min:"$Balance"}, maxAccBal :{$max:"$Balance"} }});</a:t>
            </a:r>
          </a:p>
        </p:txBody>
      </p:sp>
      <p:pic>
        <p:nvPicPr>
          <p:cNvPr id="118790" name="Google Shape;925;g1f685ef6d38_0_1364" descr="Google Shape;925;g1f685ef6d38_0_1364">
            <a:extLst>
              <a:ext uri="{FF2B5EF4-FFF2-40B4-BE49-F238E27FC236}">
                <a16:creationId xmlns:a16="http://schemas.microsoft.com/office/drawing/2014/main" id="{F02883E2-BA2D-0579-B1D8-5E8210F4C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538" y="4954588"/>
            <a:ext cx="5146675"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Google Shape;930;g1d2b8a7a864_0_95">
            <a:extLst>
              <a:ext uri="{FF2B5EF4-FFF2-40B4-BE49-F238E27FC236}">
                <a16:creationId xmlns:a16="http://schemas.microsoft.com/office/drawing/2014/main" id="{0F179AEA-5F48-9801-52AC-7AD5540FA899}"/>
              </a:ext>
            </a:extLst>
          </p:cNvPr>
          <p:cNvSpPr txBox="1">
            <a:spLocks noGrp="1" noChangeArrowheads="1"/>
          </p:cNvSpPr>
          <p:nvPr>
            <p:ph type="title"/>
          </p:nvPr>
        </p:nvSpPr>
        <p:spPr>
          <a:xfrm>
            <a:off x="430213" y="152400"/>
            <a:ext cx="6002337" cy="369888"/>
          </a:xfrm>
        </p:spPr>
        <p:txBody>
          <a:bodyPr lIns="0" tIns="0" rIns="0" bIns="0" anchor="t"/>
          <a:lstStyle/>
          <a:p>
            <a:pPr indent="88900"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Export data to a CSV file</a:t>
            </a:r>
          </a:p>
        </p:txBody>
      </p:sp>
      <p:sp>
        <p:nvSpPr>
          <p:cNvPr id="119811" name="Google Shape;931;g1d2b8a7a864_0_95">
            <a:extLst>
              <a:ext uri="{FF2B5EF4-FFF2-40B4-BE49-F238E27FC236}">
                <a16:creationId xmlns:a16="http://schemas.microsoft.com/office/drawing/2014/main" id="{0FE32BA7-5D66-B054-4477-89E8E961D305}"/>
              </a:ext>
            </a:extLst>
          </p:cNvPr>
          <p:cNvSpPr txBox="1">
            <a:spLocks noChangeArrowheads="1"/>
          </p:cNvSpPr>
          <p:nvPr/>
        </p:nvSpPr>
        <p:spPr bwMode="auto">
          <a:xfrm>
            <a:off x="376238" y="1311275"/>
            <a:ext cx="83137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just" eaLnBrk="1">
              <a:lnSpc>
                <a:spcPct val="107000"/>
              </a:lnSpc>
            </a:pPr>
            <a:r>
              <a:rPr lang="en-US" altLang="en-US" sz="1800">
                <a:latin typeface="Trebuchet MS" panose="020B0603020202020204" pitchFamily="34" charset="0"/>
                <a:sym typeface="Trebuchet MS" panose="020B0603020202020204" pitchFamily="34" charset="0"/>
              </a:rPr>
              <a:t>This command used at the command prompt exports MongoDB JSON documents from “Customers” collection in the “test” database into a CSV file “Output.txt” in the D: drive.</a:t>
            </a:r>
          </a:p>
        </p:txBody>
      </p:sp>
      <p:pic>
        <p:nvPicPr>
          <p:cNvPr id="119812" name="Google Shape;932;g1d2b8a7a864_0_95" descr="Google Shape;932;g1d2b8a7a864_0_95">
            <a:extLst>
              <a:ext uri="{FF2B5EF4-FFF2-40B4-BE49-F238E27FC236}">
                <a16:creationId xmlns:a16="http://schemas.microsoft.com/office/drawing/2014/main" id="{5E74A624-17E2-9900-F418-ABA19D01F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335213"/>
            <a:ext cx="85629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19813" name="Google Shape;933;g1d2b8a7a864_0_95">
            <a:extLst>
              <a:ext uri="{FF2B5EF4-FFF2-40B4-BE49-F238E27FC236}">
                <a16:creationId xmlns:a16="http://schemas.microsoft.com/office/drawing/2014/main" id="{DD686C2D-5493-37F5-CFF9-FA51C574FCE7}"/>
              </a:ext>
            </a:extLst>
          </p:cNvPr>
          <p:cNvSpPr txBox="1">
            <a:spLocks noChangeArrowheads="1"/>
          </p:cNvSpPr>
          <p:nvPr/>
        </p:nvSpPr>
        <p:spPr bwMode="auto">
          <a:xfrm>
            <a:off x="496888" y="3087688"/>
            <a:ext cx="807085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eaLnBrk="1"/>
            <a:r>
              <a:rPr lang="en-US" altLang="en-US" b="1">
                <a:solidFill>
                  <a:schemeClr val="accent2"/>
                </a:solidFill>
              </a:rPr>
              <a:t>mongoexport mongodb+srv://antararc:&lt;password&gt;@cluster0.mfnfeys.mongodb.net/myDB  --collection=Student --out C:\Users\BMSCECSE\Downloads\output.json</a:t>
            </a:r>
          </a:p>
        </p:txBody>
      </p:sp>
      <p:pic>
        <p:nvPicPr>
          <p:cNvPr id="119814" name="Google Shape;934;g1d2b8a7a864_0_95" descr="Google Shape;934;g1d2b8a7a864_0_95">
            <a:extLst>
              <a:ext uri="{FF2B5EF4-FFF2-40B4-BE49-F238E27FC236}">
                <a16:creationId xmlns:a16="http://schemas.microsoft.com/office/drawing/2014/main" id="{5B3B9A19-BE23-5517-BC16-B323DC160A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854450"/>
            <a:ext cx="88392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90443C45-C652-EB5D-C1C0-4BAFD2F68B01}"/>
              </a:ext>
            </a:extLst>
          </p:cNvPr>
          <p:cNvSpPr>
            <a:spLocks noGrp="1"/>
          </p:cNvSpPr>
          <p:nvPr>
            <p:ph type="sldNum" sz="quarter" idx="10"/>
          </p:nvPr>
        </p:nvSpPr>
        <p:spPr/>
        <p:txBody>
          <a:bodyPr/>
          <a:lstStyle/>
          <a:p>
            <a:fld id="{E41E8F01-B894-4207-BB9D-200711BC0260}" type="slidenum">
              <a:rPr lang="en-US" altLang="en-US" smtClean="0"/>
              <a:pPr/>
              <a:t>99</a:t>
            </a:fld>
            <a:endParaRPr lang="en-US" altLang="en-US"/>
          </a:p>
        </p:txBody>
      </p:sp>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Google Shape;939;g1d2b8a7a864_0_88">
            <a:extLst>
              <a:ext uri="{FF2B5EF4-FFF2-40B4-BE49-F238E27FC236}">
                <a16:creationId xmlns:a16="http://schemas.microsoft.com/office/drawing/2014/main" id="{4D35FC33-EC0D-8D7B-0CD5-9363A4F2FAB3}"/>
              </a:ext>
            </a:extLst>
          </p:cNvPr>
          <p:cNvSpPr txBox="1">
            <a:spLocks noGrp="1" noChangeArrowheads="1"/>
          </p:cNvSpPr>
          <p:nvPr>
            <p:ph type="title"/>
          </p:nvPr>
        </p:nvSpPr>
        <p:spPr>
          <a:xfrm>
            <a:off x="430213" y="152400"/>
            <a:ext cx="6002337" cy="369888"/>
          </a:xfrm>
        </p:spPr>
        <p:txBody>
          <a:bodyPr lIns="0" tIns="0" rIns="0" bIns="0" anchor="t"/>
          <a:lstStyle/>
          <a:p>
            <a:pPr indent="88900" eaLnBrk="1" hangingPunct="1"/>
            <a:r>
              <a:rPr lang="en-US" altLang="en-US" sz="2400">
                <a:latin typeface="Verdana" panose="020B0604030504040204" pitchFamily="34" charset="0"/>
                <a:ea typeface="Verdana" panose="020B0604030504040204" pitchFamily="34" charset="0"/>
                <a:cs typeface="Verdana" panose="020B0604030504040204" pitchFamily="34" charset="0"/>
              </a:rPr>
              <a:t>Import data from a CSV file</a:t>
            </a:r>
          </a:p>
        </p:txBody>
      </p:sp>
      <p:sp>
        <p:nvSpPr>
          <p:cNvPr id="120835" name="Google Shape;940;g1d2b8a7a864_0_88">
            <a:extLst>
              <a:ext uri="{FF2B5EF4-FFF2-40B4-BE49-F238E27FC236}">
                <a16:creationId xmlns:a16="http://schemas.microsoft.com/office/drawing/2014/main" id="{730F11C7-190E-72C5-C393-312E1FDA39AB}"/>
              </a:ext>
            </a:extLst>
          </p:cNvPr>
          <p:cNvSpPr txBox="1">
            <a:spLocks noChangeArrowheads="1"/>
          </p:cNvSpPr>
          <p:nvPr/>
        </p:nvSpPr>
        <p:spPr bwMode="auto">
          <a:xfrm>
            <a:off x="376238" y="1400175"/>
            <a:ext cx="8313737"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a:latin typeface="Trebuchet MS" panose="020B0603020202020204" pitchFamily="34" charset="0"/>
                <a:sym typeface="Trebuchet MS" panose="020B0603020202020204" pitchFamily="34" charset="0"/>
              </a:rPr>
              <a:t>Given a CSV file “sample.txt” in the D: drive, import the file into the MongoDB</a:t>
            </a:r>
          </a:p>
          <a:p>
            <a:pPr eaLnBrk="1">
              <a:spcBef>
                <a:spcPts val="100"/>
              </a:spcBef>
            </a:pPr>
            <a:r>
              <a:rPr lang="en-US" altLang="en-US" sz="1800">
                <a:latin typeface="Trebuchet MS" panose="020B0603020202020204" pitchFamily="34" charset="0"/>
                <a:sym typeface="Trebuchet MS" panose="020B0603020202020204" pitchFamily="34" charset="0"/>
              </a:rPr>
              <a:t>collection, “SampleJSON”.</a:t>
            </a:r>
          </a:p>
          <a:p>
            <a:pPr eaLnBrk="1">
              <a:spcBef>
                <a:spcPts val="100"/>
              </a:spcBef>
            </a:pPr>
            <a:endParaRPr lang="en-US" altLang="en-US" sz="1800">
              <a:latin typeface="Trebuchet MS" panose="020B0603020202020204" pitchFamily="34" charset="0"/>
              <a:sym typeface="Trebuchet MS" panose="020B0603020202020204" pitchFamily="34" charset="0"/>
            </a:endParaRPr>
          </a:p>
          <a:p>
            <a:pPr eaLnBrk="1">
              <a:spcBef>
                <a:spcPts val="100"/>
              </a:spcBef>
            </a:pPr>
            <a:r>
              <a:rPr lang="en-US" altLang="en-US" sz="1800">
                <a:latin typeface="Trebuchet MS" panose="020B0603020202020204" pitchFamily="34" charset="0"/>
                <a:sym typeface="Trebuchet MS" panose="020B0603020202020204" pitchFamily="34" charset="0"/>
              </a:rPr>
              <a:t> The collection is in the database “test”.</a:t>
            </a:r>
          </a:p>
        </p:txBody>
      </p:sp>
      <p:sp>
        <p:nvSpPr>
          <p:cNvPr id="120836" name="Google Shape;941;g1d2b8a7a864_0_88">
            <a:extLst>
              <a:ext uri="{FF2B5EF4-FFF2-40B4-BE49-F238E27FC236}">
                <a16:creationId xmlns:a16="http://schemas.microsoft.com/office/drawing/2014/main" id="{B2C6E505-0B74-EBDE-5701-E80791A91798}"/>
              </a:ext>
            </a:extLst>
          </p:cNvPr>
          <p:cNvSpPr txBox="1">
            <a:spLocks noChangeArrowheads="1"/>
          </p:cNvSpPr>
          <p:nvPr/>
        </p:nvSpPr>
        <p:spPr bwMode="auto">
          <a:xfrm>
            <a:off x="376238" y="2908300"/>
            <a:ext cx="8313737"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0" tIns="0" rIns="0" bIns="0">
            <a:spAutoFit/>
          </a:bodyPr>
          <a:lstStyle>
            <a:lvl1pPr indent="1270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en-US" sz="1800" b="1">
                <a:latin typeface="Times New Roman" panose="02020603050405020304" pitchFamily="18" charset="0"/>
                <a:cs typeface="Times New Roman" panose="02020603050405020304" pitchFamily="18" charset="0"/>
                <a:sym typeface="Times New Roman" panose="02020603050405020304" pitchFamily="18" charset="0"/>
              </a:rPr>
              <a:t>Mongoimport  --db test --collection SampleJSON  --type csv --headerline  --file d:\sample.txt</a:t>
            </a:r>
          </a:p>
          <a:p>
            <a:pPr eaLnBrk="1"/>
            <a:endParaRPr lang="en-US" altLang="en-US" sz="1800" b="1">
              <a:latin typeface="Times New Roman" panose="02020603050405020304" pitchFamily="18" charset="0"/>
              <a:cs typeface="Times New Roman" panose="02020603050405020304" pitchFamily="18" charset="0"/>
              <a:sym typeface="Times New Roman" panose="02020603050405020304" pitchFamily="18" charset="0"/>
            </a:endParaRPr>
          </a:p>
          <a:p>
            <a:pPr eaLnBrk="1"/>
            <a:r>
              <a:rPr lang="en-US" altLang="en-US" sz="1800" b="1">
                <a:latin typeface="Times New Roman" panose="02020603050405020304" pitchFamily="18" charset="0"/>
                <a:cs typeface="Times New Roman" panose="02020603050405020304" pitchFamily="18" charset="0"/>
                <a:sym typeface="Times New Roman" panose="02020603050405020304" pitchFamily="18" charset="0"/>
              </a:rPr>
              <a:t>mongoimport  mongodb+srv://antararc:&lt;password&gt;@cluster0.mfnfeys.mongodb.net/myDB --collection=Student  --type json --file C:\Users\BMSCECSE\Downloads\output.json</a:t>
            </a:r>
          </a:p>
        </p:txBody>
      </p:sp>
      <p:pic>
        <p:nvPicPr>
          <p:cNvPr id="120837" name="Google Shape;942;g1d2b8a7a864_0_88" descr="Google Shape;942;g1d2b8a7a864_0_88">
            <a:extLst>
              <a:ext uri="{FF2B5EF4-FFF2-40B4-BE49-F238E27FC236}">
                <a16:creationId xmlns:a16="http://schemas.microsoft.com/office/drawing/2014/main" id="{8E1A1FC2-7396-ACD6-330E-15C581B062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724400"/>
            <a:ext cx="8839200" cy="842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 name="Slide Number Placeholder 1">
            <a:extLst>
              <a:ext uri="{FF2B5EF4-FFF2-40B4-BE49-F238E27FC236}">
                <a16:creationId xmlns:a16="http://schemas.microsoft.com/office/drawing/2014/main" id="{AF992779-3F2B-85F8-8F74-86BFEA3F5B37}"/>
              </a:ext>
            </a:extLst>
          </p:cNvPr>
          <p:cNvSpPr>
            <a:spLocks noGrp="1"/>
          </p:cNvSpPr>
          <p:nvPr>
            <p:ph type="sldNum" sz="quarter" idx="10"/>
          </p:nvPr>
        </p:nvSpPr>
        <p:spPr/>
        <p:txBody>
          <a:bodyPr/>
          <a:lstStyle/>
          <a:p>
            <a:fld id="{E41E8F01-B894-4207-BB9D-200711BC0260}" type="slidenum">
              <a:rPr lang="en-US" altLang="en-US" smtClean="0"/>
              <a:pPr/>
              <a:t>100</a:t>
            </a:fld>
            <a:endParaRPr lang="en-US" altLang="en-US"/>
          </a:p>
        </p:txBody>
      </p:sp>
    </p:spTree>
  </p:cSld>
  <p:clrMapOvr>
    <a:masterClrMapping/>
  </p:clrMapOvr>
  <p:transition spd="med"/>
</p:sld>
</file>

<file path=ppt/theme/theme1.xml><?xml version="1.0" encoding="utf-8"?>
<a:theme xmlns:a="http://schemas.openxmlformats.org/drawingml/2006/main" name="Theme1">
  <a:themeElements>
    <a:clrScheme name="Theme1">
      <a:dk1>
        <a:srgbClr val="000000"/>
      </a:dk1>
      <a:lt1>
        <a:srgbClr val="FFFFFF"/>
      </a:lt1>
      <a:dk2>
        <a:srgbClr val="A7A7A7"/>
      </a:dk2>
      <a:lt2>
        <a:srgbClr val="535353"/>
      </a:lt2>
      <a:accent1>
        <a:srgbClr val="A3B2C1"/>
      </a:accent1>
      <a:accent2>
        <a:srgbClr val="CC0000"/>
      </a:accent2>
      <a:accent3>
        <a:srgbClr val="8F8F8F"/>
      </a:accent3>
      <a:accent4>
        <a:srgbClr val="707070"/>
      </a:accent4>
      <a:accent5>
        <a:srgbClr val="CED5DD"/>
      </a:accent5>
      <a:accent6>
        <a:srgbClr val="B90000"/>
      </a:accent6>
      <a:hlink>
        <a:srgbClr val="0000FF"/>
      </a:hlink>
      <a:folHlink>
        <a:srgbClr val="FF00FF"/>
      </a:folHlink>
    </a:clrScheme>
    <a:fontScheme name="Theme1">
      <a:majorFont>
        <a:latin typeface="Arial"/>
        <a:ea typeface="Arial"/>
        <a:cs typeface="Arial"/>
      </a:majorFont>
      <a:minorFont>
        <a:latin typeface="Helvetica"/>
        <a:ea typeface="Helvetica"/>
        <a:cs typeface="Helvetica"/>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heme1">
  <a:themeElements>
    <a:clrScheme name="Theme1">
      <a:dk1>
        <a:srgbClr val="000000"/>
      </a:dk1>
      <a:lt1>
        <a:srgbClr val="FFFFFF"/>
      </a:lt1>
      <a:dk2>
        <a:srgbClr val="A7A7A7"/>
      </a:dk2>
      <a:lt2>
        <a:srgbClr val="535353"/>
      </a:lt2>
      <a:accent1>
        <a:srgbClr val="A3B2C1"/>
      </a:accent1>
      <a:accent2>
        <a:srgbClr val="CC0000"/>
      </a:accent2>
      <a:accent3>
        <a:srgbClr val="8F8F8F"/>
      </a:accent3>
      <a:accent4>
        <a:srgbClr val="707070"/>
      </a:accent4>
      <a:accent5>
        <a:srgbClr val="CED5DD"/>
      </a:accent5>
      <a:accent6>
        <a:srgbClr val="B90000"/>
      </a:accent6>
      <a:hlink>
        <a:srgbClr val="0000FF"/>
      </a:hlink>
      <a:folHlink>
        <a:srgbClr val="FF00FF"/>
      </a:folHlink>
    </a:clrScheme>
    <a:fontScheme name="Theme1">
      <a:majorFont>
        <a:latin typeface="Arial"/>
        <a:ea typeface="Arial"/>
        <a:cs typeface="Arial"/>
      </a:majorFont>
      <a:minorFont>
        <a:latin typeface="Helvetica"/>
        <a:ea typeface="Helvetica"/>
        <a:cs typeface="Helvetica"/>
      </a:minorFont>
    </a:fontScheme>
    <a:fmtScheme name="Theme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TotalTime>
  <Words>5776</Words>
  <Application>Microsoft Office PowerPoint</Application>
  <PresentationFormat>On-screen Show (4:3)</PresentationFormat>
  <Paragraphs>678</Paragraphs>
  <Slides>100</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100</vt:i4>
      </vt:variant>
    </vt:vector>
  </HeadingPairs>
  <TitlesOfParts>
    <vt:vector size="112" baseType="lpstr">
      <vt:lpstr>Arial</vt:lpstr>
      <vt:lpstr>Verdana</vt:lpstr>
      <vt:lpstr>Helvetica</vt:lpstr>
      <vt:lpstr>Calibri</vt:lpstr>
      <vt:lpstr>Rockwell Bold</vt:lpstr>
      <vt:lpstr>Rockwell</vt:lpstr>
      <vt:lpstr>Garamond</vt:lpstr>
      <vt:lpstr>Times New Roman</vt:lpstr>
      <vt:lpstr>Trebuchet MS</vt:lpstr>
      <vt:lpstr>Courier New</vt:lpstr>
      <vt:lpstr>Lato</vt:lpstr>
      <vt:lpstr>Theme1</vt:lpstr>
      <vt:lpstr>DBMS  </vt:lpstr>
      <vt:lpstr>Topics </vt:lpstr>
      <vt:lpstr>NOSQL!</vt:lpstr>
      <vt:lpstr>RDBMS CHARACTERISTICS</vt:lpstr>
      <vt:lpstr>NO SQL?</vt:lpstr>
      <vt:lpstr>NOSQL VS. SQL</vt:lpstr>
      <vt:lpstr>PowerPoint Presentation</vt:lpstr>
      <vt:lpstr>WHERE DOES NOSQL COME FROM?</vt:lpstr>
      <vt:lpstr>Defining NoSQL</vt:lpstr>
      <vt:lpstr>What NoSQL is and What NoSQL is not </vt:lpstr>
      <vt:lpstr>TRANSACTIONS – ACID PROPERTIES</vt:lpstr>
      <vt:lpstr>Difficulties with ACID property</vt:lpstr>
      <vt:lpstr>Difficulties with ACID property</vt:lpstr>
      <vt:lpstr>Solution: BASE </vt:lpstr>
      <vt:lpstr>Why NoSQL(1)?</vt:lpstr>
      <vt:lpstr>Why NoSQL? (2)</vt:lpstr>
      <vt:lpstr>List of NoSQL Databases</vt:lpstr>
      <vt:lpstr>Characteristics of NoSQL</vt:lpstr>
      <vt:lpstr>PowerPoint Presentation</vt:lpstr>
      <vt:lpstr>Example</vt:lpstr>
      <vt:lpstr>Example(Cont.)</vt:lpstr>
      <vt:lpstr>Challenges with RBMS approach </vt:lpstr>
      <vt:lpstr> Demands to satisfy Functional Requirements!!!</vt:lpstr>
      <vt:lpstr>NoSQL approach </vt:lpstr>
      <vt:lpstr>NoSQL approach(1) </vt:lpstr>
      <vt:lpstr>NoSQL approach(2) </vt:lpstr>
      <vt:lpstr>NoSQL approach(3) </vt:lpstr>
      <vt:lpstr>NOSQL Storage  TYPES</vt:lpstr>
      <vt:lpstr>NOSQL Storage  TYPES</vt:lpstr>
      <vt:lpstr>NOSQL Storage  TYPES</vt:lpstr>
      <vt:lpstr>NOSQL Storage  TYPES</vt:lpstr>
      <vt:lpstr>Column-oriented databases</vt:lpstr>
      <vt:lpstr>COLUMN-ORIENTED STORES</vt:lpstr>
      <vt:lpstr>Advantages of Column Oriented Database</vt:lpstr>
      <vt:lpstr>DOCUMENT DATABASES, JSON</vt:lpstr>
      <vt:lpstr>DOCUMENT DATABASES </vt:lpstr>
      <vt:lpstr>DOCUMENT DATABASES </vt:lpstr>
      <vt:lpstr>DOCUMENT DATABASES - Advantages</vt:lpstr>
      <vt:lpstr>Example: MongoDB</vt:lpstr>
      <vt:lpstr>Example: MongoDB</vt:lpstr>
      <vt:lpstr>find() method</vt:lpstr>
      <vt:lpstr>remove() method</vt:lpstr>
      <vt:lpstr>KEY/VALUE STORES</vt:lpstr>
      <vt:lpstr>KEY/VALUE STORES(2)</vt:lpstr>
      <vt:lpstr>KEY/VALUE STORES-Advantage</vt:lpstr>
      <vt:lpstr>Examples(1) </vt:lpstr>
      <vt:lpstr>Examples(2) </vt:lpstr>
      <vt:lpstr>GRAPH DATABASES</vt:lpstr>
      <vt:lpstr>GRAPH DATABASES</vt:lpstr>
      <vt:lpstr>Advantages</vt:lpstr>
      <vt:lpstr>EXAMPLES</vt:lpstr>
      <vt:lpstr>Comparing the models</vt:lpstr>
      <vt:lpstr>Advantages and Drawbacks</vt:lpstr>
      <vt:lpstr>Advantages and Drawbacks</vt:lpstr>
      <vt:lpstr>1.Transactional application</vt:lpstr>
      <vt:lpstr>1.Transactional application (Contd…)</vt:lpstr>
      <vt:lpstr>2. Computational  application</vt:lpstr>
      <vt:lpstr>2. Computational application (Contd…)</vt:lpstr>
      <vt:lpstr>2. Computational application (Contd…)</vt:lpstr>
      <vt:lpstr>3. Web-Scale  application</vt:lpstr>
      <vt:lpstr>3. Web-Scale application (Contd…)</vt:lpstr>
      <vt:lpstr>Implementation using MongoDB</vt:lpstr>
      <vt:lpstr>MONGODB –DOCUMENT DB</vt:lpstr>
      <vt:lpstr>Why MongoDB?</vt:lpstr>
      <vt:lpstr>JSON (Java Script Object Notation)</vt:lpstr>
      <vt:lpstr>Unique Identifier</vt:lpstr>
      <vt:lpstr>Terms Used in RDBMS and MongoDB</vt:lpstr>
      <vt:lpstr>CREATE DATABASE IN MONGODB</vt:lpstr>
      <vt:lpstr>CRUD (CREATE, READ, UPDATE, DELETE)  OPERATIONS</vt:lpstr>
      <vt:lpstr>CREATE DATABASE IN MONGODB</vt:lpstr>
      <vt:lpstr>Drop Collection</vt:lpstr>
      <vt:lpstr>Insert Data</vt:lpstr>
      <vt:lpstr>Bulk Insert</vt:lpstr>
      <vt:lpstr>Update Method</vt:lpstr>
      <vt:lpstr>Update or Insert</vt:lpstr>
      <vt:lpstr>View Data</vt:lpstr>
      <vt:lpstr>Find Method (Search Based on Criteria)(1)</vt:lpstr>
      <vt:lpstr>Find Method (Search Based on Criteria)(2)</vt:lpstr>
      <vt:lpstr>Find Method (Search Based on Criteria)(3)</vt:lpstr>
      <vt:lpstr>Find Method (Search Based on Criteria)(4) </vt:lpstr>
      <vt:lpstr>Find Method (Search Based on Criteria)(5)</vt:lpstr>
      <vt:lpstr>Find Method (Search Based on Criteria)(6) </vt:lpstr>
      <vt:lpstr>Count Method</vt:lpstr>
      <vt:lpstr>Sort Method</vt:lpstr>
      <vt:lpstr>Remove data</vt:lpstr>
      <vt:lpstr>Display using Limit </vt:lpstr>
      <vt:lpstr>Aggregate Function in MongoDb (example)</vt:lpstr>
      <vt:lpstr>Aggregation</vt:lpstr>
      <vt:lpstr>How does the MongoDB aggregation pipeline work?</vt:lpstr>
      <vt:lpstr>MongoDB aggregate pipeline syntax</vt:lpstr>
      <vt:lpstr>Example</vt:lpstr>
      <vt:lpstr>PowerPoint Presentation</vt:lpstr>
      <vt:lpstr>PowerPoint Presentation</vt:lpstr>
      <vt:lpstr>PowerPoint Presentation</vt:lpstr>
      <vt:lpstr>PowerPoint Presentation</vt:lpstr>
      <vt:lpstr>PowerPoint Presentation</vt:lpstr>
      <vt:lpstr>Aggregate Function</vt:lpstr>
      <vt:lpstr>Aggregate Function</vt:lpstr>
      <vt:lpstr>Export data to a CSV file</vt:lpstr>
      <vt:lpstr>Import data from a CSV 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dc:title>
  <dc:creator>prart</dc:creator>
  <cp:lastModifiedBy>prarthana.kulkarni@hotmail.com</cp:lastModifiedBy>
  <cp:revision>3</cp:revision>
  <dcterms:modified xsi:type="dcterms:W3CDTF">2026-01-29T15:40:32Z</dcterms:modified>
</cp:coreProperties>
</file>